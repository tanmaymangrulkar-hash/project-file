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65" r:id="rId3"/>
    <p:sldId id="267" r:id="rId4"/>
    <p:sldId id="286" r:id="rId5"/>
    <p:sldId id="287" r:id="rId6"/>
    <p:sldId id="288" r:id="rId7"/>
    <p:sldId id="282" r:id="rId8"/>
    <p:sldId id="273" r:id="rId9"/>
    <p:sldId id="272" r:id="rId10"/>
    <p:sldId id="289" r:id="rId11"/>
    <p:sldId id="271" r:id="rId12"/>
    <p:sldId id="270" r:id="rId13"/>
    <p:sldId id="269" r:id="rId14"/>
    <p:sldId id="268" r:id="rId15"/>
    <p:sldId id="275" r:id="rId16"/>
    <p:sldId id="274" r:id="rId17"/>
    <p:sldId id="277" r:id="rId18"/>
    <p:sldId id="283" r:id="rId19"/>
    <p:sldId id="284" r:id="rId20"/>
    <p:sldId id="280" r:id="rId21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691A3C-1C7B-4421-A203-7E7109591A25}" v="44" dt="2026-01-01T16:12:39.5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033" autoAdjust="0"/>
  </p:normalViewPr>
  <p:slideViewPr>
    <p:cSldViewPr snapToGrid="0">
      <p:cViewPr varScale="1">
        <p:scale>
          <a:sx n="104" d="100"/>
          <a:sy n="104" d="100"/>
        </p:scale>
        <p:origin x="850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maymangrulkar@gmail.com" userId="aebdc0730f172a3b" providerId="LiveId" clId="{96691A3C-1C7B-4421-A203-7E7109591A25}"/>
    <pc:docChg chg="undo custSel addSld delSld modSld">
      <pc:chgData name="tanmaymangrulkar@gmail.com" userId="aebdc0730f172a3b" providerId="LiveId" clId="{96691A3C-1C7B-4421-A203-7E7109591A25}" dt="2025-09-27T07:43:00.545" v="3543" actId="20577"/>
      <pc:docMkLst>
        <pc:docMk/>
      </pc:docMkLst>
      <pc:sldChg chg="addSp delSp modSp mod">
        <pc:chgData name="tanmaymangrulkar@gmail.com" userId="aebdc0730f172a3b" providerId="LiveId" clId="{96691A3C-1C7B-4421-A203-7E7109591A25}" dt="2025-09-27T07:42:33.913" v="3530" actId="20577"/>
        <pc:sldMkLst>
          <pc:docMk/>
          <pc:sldMk cId="2575738429" sldId="268"/>
        </pc:sldMkLst>
        <pc:spChg chg="mod">
          <ac:chgData name="tanmaymangrulkar@gmail.com" userId="aebdc0730f172a3b" providerId="LiveId" clId="{96691A3C-1C7B-4421-A203-7E7109591A25}" dt="2025-09-27T07:42:33.913" v="3530" actId="20577"/>
          <ac:spMkLst>
            <pc:docMk/>
            <pc:sldMk cId="2575738429" sldId="268"/>
            <ac:spMk id="392" creationId="{5A860501-2ED5-E34B-B3EC-B32B67FD1927}"/>
          </ac:spMkLst>
        </pc:spChg>
        <pc:picChg chg="add mod">
          <ac:chgData name="tanmaymangrulkar@gmail.com" userId="aebdc0730f172a3b" providerId="LiveId" clId="{96691A3C-1C7B-4421-A203-7E7109591A25}" dt="2025-09-25T16:42:27.265" v="850" actId="14100"/>
          <ac:picMkLst>
            <pc:docMk/>
            <pc:sldMk cId="2575738429" sldId="268"/>
            <ac:picMk id="3" creationId="{ED1C7160-7B83-F1D8-9492-F11927E5EB84}"/>
          </ac:picMkLst>
        </pc:picChg>
        <pc:picChg chg="del">
          <ac:chgData name="tanmaymangrulkar@gmail.com" userId="aebdc0730f172a3b" providerId="LiveId" clId="{96691A3C-1C7B-4421-A203-7E7109591A25}" dt="2025-09-25T16:32:41.788" v="796" actId="21"/>
          <ac:picMkLst>
            <pc:docMk/>
            <pc:sldMk cId="2575738429" sldId="268"/>
            <ac:picMk id="4" creationId="{0CD65772-733C-EB85-812C-127F8B14CCD5}"/>
          </ac:picMkLst>
        </pc:picChg>
      </pc:sldChg>
      <pc:sldChg chg="addSp delSp modSp mod">
        <pc:chgData name="tanmaymangrulkar@gmail.com" userId="aebdc0730f172a3b" providerId="LiveId" clId="{96691A3C-1C7B-4421-A203-7E7109591A25}" dt="2025-09-27T07:42:25.449" v="3526" actId="20577"/>
        <pc:sldMkLst>
          <pc:docMk/>
          <pc:sldMk cId="3142537139" sldId="269"/>
        </pc:sldMkLst>
        <pc:spChg chg="mod">
          <ac:chgData name="tanmaymangrulkar@gmail.com" userId="aebdc0730f172a3b" providerId="LiveId" clId="{96691A3C-1C7B-4421-A203-7E7109591A25}" dt="2025-09-27T07:42:25.449" v="3526" actId="20577"/>
          <ac:spMkLst>
            <pc:docMk/>
            <pc:sldMk cId="3142537139" sldId="269"/>
            <ac:spMk id="392" creationId="{EB8B950F-26DA-CC20-2C10-3EAD19129D68}"/>
          </ac:spMkLst>
        </pc:spChg>
        <pc:picChg chg="add mod">
          <ac:chgData name="tanmaymangrulkar@gmail.com" userId="aebdc0730f172a3b" providerId="LiveId" clId="{96691A3C-1C7B-4421-A203-7E7109591A25}" dt="2025-09-25T16:30:31.006" v="792" actId="14100"/>
          <ac:picMkLst>
            <pc:docMk/>
            <pc:sldMk cId="3142537139" sldId="269"/>
            <ac:picMk id="3" creationId="{4D589CAD-60D1-DBD0-7A4B-5C883BBAA9C5}"/>
          </ac:picMkLst>
        </pc:picChg>
        <pc:picChg chg="del">
          <ac:chgData name="tanmaymangrulkar@gmail.com" userId="aebdc0730f172a3b" providerId="LiveId" clId="{96691A3C-1C7B-4421-A203-7E7109591A25}" dt="2025-09-25T16:17:22.704" v="311" actId="21"/>
          <ac:picMkLst>
            <pc:docMk/>
            <pc:sldMk cId="3142537139" sldId="269"/>
            <ac:picMk id="4" creationId="{F22D4159-FC10-589A-6D22-231468D59F3D}"/>
          </ac:picMkLst>
        </pc:picChg>
        <pc:picChg chg="add mod">
          <ac:chgData name="tanmaymangrulkar@gmail.com" userId="aebdc0730f172a3b" providerId="LiveId" clId="{96691A3C-1C7B-4421-A203-7E7109591A25}" dt="2025-09-25T16:30:23.379" v="790" actId="14100"/>
          <ac:picMkLst>
            <pc:docMk/>
            <pc:sldMk cId="3142537139" sldId="269"/>
            <ac:picMk id="6" creationId="{5518F9A7-4B05-B040-B99E-B14C33118E1A}"/>
          </ac:picMkLst>
        </pc:picChg>
      </pc:sldChg>
      <pc:sldChg chg="addSp delSp modSp mod">
        <pc:chgData name="tanmaymangrulkar@gmail.com" userId="aebdc0730f172a3b" providerId="LiveId" clId="{96691A3C-1C7B-4421-A203-7E7109591A25}" dt="2025-09-27T07:42:03.092" v="3522" actId="20577"/>
        <pc:sldMkLst>
          <pc:docMk/>
          <pc:sldMk cId="1243487239" sldId="270"/>
        </pc:sldMkLst>
        <pc:spChg chg="mod">
          <ac:chgData name="tanmaymangrulkar@gmail.com" userId="aebdc0730f172a3b" providerId="LiveId" clId="{96691A3C-1C7B-4421-A203-7E7109591A25}" dt="2025-09-27T07:42:03.092" v="3522" actId="20577"/>
          <ac:spMkLst>
            <pc:docMk/>
            <pc:sldMk cId="1243487239" sldId="270"/>
            <ac:spMk id="392" creationId="{9C44D0B2-DB38-7FE3-34DA-580F35C2281C}"/>
          </ac:spMkLst>
        </pc:spChg>
        <pc:picChg chg="add mod">
          <ac:chgData name="tanmaymangrulkar@gmail.com" userId="aebdc0730f172a3b" providerId="LiveId" clId="{96691A3C-1C7B-4421-A203-7E7109591A25}" dt="2025-09-25T16:15:47.499" v="309" actId="14100"/>
          <ac:picMkLst>
            <pc:docMk/>
            <pc:sldMk cId="1243487239" sldId="270"/>
            <ac:picMk id="3" creationId="{AF8CC59E-3FAA-E2D1-B6E9-7FD0C5272FCE}"/>
          </ac:picMkLst>
        </pc:picChg>
        <pc:picChg chg="del">
          <ac:chgData name="tanmaymangrulkar@gmail.com" userId="aebdc0730f172a3b" providerId="LiveId" clId="{96691A3C-1C7B-4421-A203-7E7109591A25}" dt="2025-09-25T16:07:54.436" v="187" actId="21"/>
          <ac:picMkLst>
            <pc:docMk/>
            <pc:sldMk cId="1243487239" sldId="270"/>
            <ac:picMk id="4" creationId="{7162D09C-DD9B-3613-B9B2-EB794E409ABC}"/>
          </ac:picMkLst>
        </pc:picChg>
        <pc:picChg chg="add mod">
          <ac:chgData name="tanmaymangrulkar@gmail.com" userId="aebdc0730f172a3b" providerId="LiveId" clId="{96691A3C-1C7B-4421-A203-7E7109591A25}" dt="2025-09-25T16:16:00.071" v="310" actId="14100"/>
          <ac:picMkLst>
            <pc:docMk/>
            <pc:sldMk cId="1243487239" sldId="270"/>
            <ac:picMk id="6" creationId="{5AE2EDDB-2BDC-2CC1-973C-863F412338C5}"/>
          </ac:picMkLst>
        </pc:picChg>
      </pc:sldChg>
      <pc:sldChg chg="addSp delSp modSp mod">
        <pc:chgData name="tanmaymangrulkar@gmail.com" userId="aebdc0730f172a3b" providerId="LiveId" clId="{96691A3C-1C7B-4421-A203-7E7109591A25}" dt="2025-09-27T07:41:51.208" v="3518" actId="20577"/>
        <pc:sldMkLst>
          <pc:docMk/>
          <pc:sldMk cId="679027420" sldId="271"/>
        </pc:sldMkLst>
        <pc:spChg chg="mod">
          <ac:chgData name="tanmaymangrulkar@gmail.com" userId="aebdc0730f172a3b" providerId="LiveId" clId="{96691A3C-1C7B-4421-A203-7E7109591A25}" dt="2025-09-27T07:41:51.208" v="3518" actId="20577"/>
          <ac:spMkLst>
            <pc:docMk/>
            <pc:sldMk cId="679027420" sldId="271"/>
            <ac:spMk id="392" creationId="{9BDAFD53-3B0F-E3E6-8429-7545BD57D11E}"/>
          </ac:spMkLst>
        </pc:spChg>
        <pc:picChg chg="add mod">
          <ac:chgData name="tanmaymangrulkar@gmail.com" userId="aebdc0730f172a3b" providerId="LiveId" clId="{96691A3C-1C7B-4421-A203-7E7109591A25}" dt="2025-09-25T16:07:29.548" v="186" actId="14100"/>
          <ac:picMkLst>
            <pc:docMk/>
            <pc:sldMk cId="679027420" sldId="271"/>
            <ac:picMk id="3" creationId="{AAEDCF5E-036F-AACE-E925-6D4323693FD3}"/>
          </ac:picMkLst>
        </pc:picChg>
        <pc:picChg chg="del">
          <ac:chgData name="tanmaymangrulkar@gmail.com" userId="aebdc0730f172a3b" providerId="LiveId" clId="{96691A3C-1C7B-4421-A203-7E7109591A25}" dt="2025-09-25T15:51:46.669" v="2" actId="21"/>
          <ac:picMkLst>
            <pc:docMk/>
            <pc:sldMk cId="679027420" sldId="271"/>
            <ac:picMk id="4" creationId="{15910D41-F9A9-C64E-10ED-FE821C1D8443}"/>
          </ac:picMkLst>
        </pc:picChg>
      </pc:sldChg>
      <pc:sldChg chg="modSp mod">
        <pc:chgData name="tanmaymangrulkar@gmail.com" userId="aebdc0730f172a3b" providerId="LiveId" clId="{96691A3C-1C7B-4421-A203-7E7109591A25}" dt="2025-09-25T15:51:32.075" v="1" actId="20577"/>
        <pc:sldMkLst>
          <pc:docMk/>
          <pc:sldMk cId="3747748513" sldId="272"/>
        </pc:sldMkLst>
        <pc:spChg chg="mod">
          <ac:chgData name="tanmaymangrulkar@gmail.com" userId="aebdc0730f172a3b" providerId="LiveId" clId="{96691A3C-1C7B-4421-A203-7E7109591A25}" dt="2025-09-25T15:51:32.075" v="1" actId="20577"/>
          <ac:spMkLst>
            <pc:docMk/>
            <pc:sldMk cId="3747748513" sldId="272"/>
            <ac:spMk id="392" creationId="{8D6F7E1F-0226-2A54-99FF-13E9F1AC12C0}"/>
          </ac:spMkLst>
        </pc:spChg>
      </pc:sldChg>
      <pc:sldChg chg="addSp delSp modSp mod">
        <pc:chgData name="tanmaymangrulkar@gmail.com" userId="aebdc0730f172a3b" providerId="LiveId" clId="{96691A3C-1C7B-4421-A203-7E7109591A25}" dt="2025-09-27T07:43:00.545" v="3543" actId="20577"/>
        <pc:sldMkLst>
          <pc:docMk/>
          <pc:sldMk cId="1034485986" sldId="274"/>
        </pc:sldMkLst>
        <pc:spChg chg="mod">
          <ac:chgData name="tanmaymangrulkar@gmail.com" userId="aebdc0730f172a3b" providerId="LiveId" clId="{96691A3C-1C7B-4421-A203-7E7109591A25}" dt="2025-09-27T07:43:00.545" v="3543" actId="20577"/>
          <ac:spMkLst>
            <pc:docMk/>
            <pc:sldMk cId="1034485986" sldId="274"/>
            <ac:spMk id="392" creationId="{0EE4BA03-D031-3A1F-00C0-9990928457F4}"/>
          </ac:spMkLst>
        </pc:spChg>
        <pc:picChg chg="add del mod">
          <ac:chgData name="tanmaymangrulkar@gmail.com" userId="aebdc0730f172a3b" providerId="LiveId" clId="{96691A3C-1C7B-4421-A203-7E7109591A25}" dt="2025-09-25T17:16:25.612" v="1428" actId="21"/>
          <ac:picMkLst>
            <pc:docMk/>
            <pc:sldMk cId="1034485986" sldId="274"/>
            <ac:picMk id="3" creationId="{D863AB6D-F40D-6EC3-DD65-D1004E6EA5CE}"/>
          </ac:picMkLst>
        </pc:picChg>
        <pc:picChg chg="del">
          <ac:chgData name="tanmaymangrulkar@gmail.com" userId="aebdc0730f172a3b" providerId="LiveId" clId="{96691A3C-1C7B-4421-A203-7E7109591A25}" dt="2025-09-25T17:00:14.104" v="1270" actId="21"/>
          <ac:picMkLst>
            <pc:docMk/>
            <pc:sldMk cId="1034485986" sldId="274"/>
            <ac:picMk id="4" creationId="{E1B5DAAE-1C30-D664-62A7-C9786331B917}"/>
          </ac:picMkLst>
        </pc:picChg>
        <pc:picChg chg="add mod">
          <ac:chgData name="tanmaymangrulkar@gmail.com" userId="aebdc0730f172a3b" providerId="LiveId" clId="{96691A3C-1C7B-4421-A203-7E7109591A25}" dt="2025-09-25T17:18:46.756" v="1447" actId="14100"/>
          <ac:picMkLst>
            <pc:docMk/>
            <pc:sldMk cId="1034485986" sldId="274"/>
            <ac:picMk id="6" creationId="{43636E16-8116-6FFA-5494-60B46C02DF7C}"/>
          </ac:picMkLst>
        </pc:picChg>
        <pc:picChg chg="add mod">
          <ac:chgData name="tanmaymangrulkar@gmail.com" userId="aebdc0730f172a3b" providerId="LiveId" clId="{96691A3C-1C7B-4421-A203-7E7109591A25}" dt="2025-09-25T17:18:51.153" v="1448" actId="14100"/>
          <ac:picMkLst>
            <pc:docMk/>
            <pc:sldMk cId="1034485986" sldId="274"/>
            <ac:picMk id="8" creationId="{D50A75B9-2C50-9197-5642-6CFA1B04CCC3}"/>
          </ac:picMkLst>
        </pc:picChg>
      </pc:sldChg>
      <pc:sldChg chg="addSp delSp modSp mod">
        <pc:chgData name="tanmaymangrulkar@gmail.com" userId="aebdc0730f172a3b" providerId="LiveId" clId="{96691A3C-1C7B-4421-A203-7E7109591A25}" dt="2025-09-27T07:42:51.190" v="3538" actId="20577"/>
        <pc:sldMkLst>
          <pc:docMk/>
          <pc:sldMk cId="146814340" sldId="275"/>
        </pc:sldMkLst>
        <pc:spChg chg="mod">
          <ac:chgData name="tanmaymangrulkar@gmail.com" userId="aebdc0730f172a3b" providerId="LiveId" clId="{96691A3C-1C7B-4421-A203-7E7109591A25}" dt="2025-09-27T07:42:51.190" v="3538" actId="20577"/>
          <ac:spMkLst>
            <pc:docMk/>
            <pc:sldMk cId="146814340" sldId="275"/>
            <ac:spMk id="392" creationId="{81EA6D65-1D75-2B5C-68F1-9CBC651218AB}"/>
          </ac:spMkLst>
        </pc:spChg>
        <pc:picChg chg="add mod">
          <ac:chgData name="tanmaymangrulkar@gmail.com" userId="aebdc0730f172a3b" providerId="LiveId" clId="{96691A3C-1C7B-4421-A203-7E7109591A25}" dt="2025-09-25T16:57:37.993" v="1269" actId="14100"/>
          <ac:picMkLst>
            <pc:docMk/>
            <pc:sldMk cId="146814340" sldId="275"/>
            <ac:picMk id="3" creationId="{9455AE81-B1F7-A7D7-EE77-AA756DEB60AB}"/>
          </ac:picMkLst>
        </pc:picChg>
        <pc:picChg chg="del">
          <ac:chgData name="tanmaymangrulkar@gmail.com" userId="aebdc0730f172a3b" providerId="LiveId" clId="{96691A3C-1C7B-4421-A203-7E7109591A25}" dt="2025-09-25T16:52:16.464" v="1123" actId="21"/>
          <ac:picMkLst>
            <pc:docMk/>
            <pc:sldMk cId="146814340" sldId="275"/>
            <ac:picMk id="4" creationId="{181501D4-141C-55B1-15FC-A6F46ED123B0}"/>
          </ac:picMkLst>
        </pc:picChg>
      </pc:sldChg>
      <pc:sldChg chg="addSp delSp modSp mod">
        <pc:chgData name="tanmaymangrulkar@gmail.com" userId="aebdc0730f172a3b" providerId="LiveId" clId="{96691A3C-1C7B-4421-A203-7E7109591A25}" dt="2025-09-27T07:42:43.210" v="3534" actId="20577"/>
        <pc:sldMkLst>
          <pc:docMk/>
          <pc:sldMk cId="2102948586" sldId="276"/>
        </pc:sldMkLst>
        <pc:spChg chg="mod">
          <ac:chgData name="tanmaymangrulkar@gmail.com" userId="aebdc0730f172a3b" providerId="LiveId" clId="{96691A3C-1C7B-4421-A203-7E7109591A25}" dt="2025-09-27T07:42:43.210" v="3534" actId="20577"/>
          <ac:spMkLst>
            <pc:docMk/>
            <pc:sldMk cId="2102948586" sldId="276"/>
            <ac:spMk id="392" creationId="{5B9CD4D6-A39D-1863-89A8-439CF029E3E9}"/>
          </ac:spMkLst>
        </pc:spChg>
        <pc:picChg chg="add mod">
          <ac:chgData name="tanmaymangrulkar@gmail.com" userId="aebdc0730f172a3b" providerId="LiveId" clId="{96691A3C-1C7B-4421-A203-7E7109591A25}" dt="2025-09-25T16:50:42.974" v="1122" actId="1076"/>
          <ac:picMkLst>
            <pc:docMk/>
            <pc:sldMk cId="2102948586" sldId="276"/>
            <ac:picMk id="3" creationId="{43D77C3E-35FF-5FC8-003B-4D32FE745F9F}"/>
          </ac:picMkLst>
        </pc:picChg>
        <pc:picChg chg="del">
          <ac:chgData name="tanmaymangrulkar@gmail.com" userId="aebdc0730f172a3b" providerId="LiveId" clId="{96691A3C-1C7B-4421-A203-7E7109591A25}" dt="2025-09-25T16:45:27.879" v="959" actId="21"/>
          <ac:picMkLst>
            <pc:docMk/>
            <pc:sldMk cId="2102948586" sldId="276"/>
            <ac:picMk id="4" creationId="{7525AEFD-69AD-E421-0F77-1F7CD06090DE}"/>
          </ac:picMkLst>
        </pc:picChg>
      </pc:sldChg>
      <pc:sldChg chg="addSp delSp modSp mod">
        <pc:chgData name="tanmaymangrulkar@gmail.com" userId="aebdc0730f172a3b" providerId="LiveId" clId="{96691A3C-1C7B-4421-A203-7E7109591A25}" dt="2025-09-25T17:25:47.298" v="1816" actId="20577"/>
        <pc:sldMkLst>
          <pc:docMk/>
          <pc:sldMk cId="1269887167" sldId="277"/>
        </pc:sldMkLst>
        <pc:spChg chg="mod">
          <ac:chgData name="tanmaymangrulkar@gmail.com" userId="aebdc0730f172a3b" providerId="LiveId" clId="{96691A3C-1C7B-4421-A203-7E7109591A25}" dt="2025-09-25T17:22:07.231" v="1566" actId="1076"/>
          <ac:spMkLst>
            <pc:docMk/>
            <pc:sldMk cId="1269887167" sldId="277"/>
            <ac:spMk id="391" creationId="{1C96687C-5578-795B-8AE2-CC447A0D5980}"/>
          </ac:spMkLst>
        </pc:spChg>
        <pc:spChg chg="mod">
          <ac:chgData name="tanmaymangrulkar@gmail.com" userId="aebdc0730f172a3b" providerId="LiveId" clId="{96691A3C-1C7B-4421-A203-7E7109591A25}" dt="2025-09-25T17:25:47.298" v="1816" actId="20577"/>
          <ac:spMkLst>
            <pc:docMk/>
            <pc:sldMk cId="1269887167" sldId="277"/>
            <ac:spMk id="392" creationId="{6D3C6940-3D16-3E2C-6BD7-9F326A20FA27}"/>
          </ac:spMkLst>
        </pc:spChg>
        <pc:picChg chg="del">
          <ac:chgData name="tanmaymangrulkar@gmail.com" userId="aebdc0730f172a3b" providerId="LiveId" clId="{96691A3C-1C7B-4421-A203-7E7109591A25}" dt="2025-09-25T17:19:46.259" v="1547" actId="21"/>
          <ac:picMkLst>
            <pc:docMk/>
            <pc:sldMk cId="1269887167" sldId="277"/>
            <ac:picMk id="3" creationId="{AACD4D1B-D49E-3951-AE0E-A76C68DB037B}"/>
          </ac:picMkLst>
        </pc:picChg>
        <pc:picChg chg="add mod">
          <ac:chgData name="tanmaymangrulkar@gmail.com" userId="aebdc0730f172a3b" providerId="LiveId" clId="{96691A3C-1C7B-4421-A203-7E7109591A25}" dt="2025-09-25T17:22:44.033" v="1573" actId="1076"/>
          <ac:picMkLst>
            <pc:docMk/>
            <pc:sldMk cId="1269887167" sldId="277"/>
            <ac:picMk id="4" creationId="{520CB90E-7A86-CBF1-288D-2CCF10C7EB00}"/>
          </ac:picMkLst>
        </pc:picChg>
        <pc:picChg chg="add mod">
          <ac:chgData name="tanmaymangrulkar@gmail.com" userId="aebdc0730f172a3b" providerId="LiveId" clId="{96691A3C-1C7B-4421-A203-7E7109591A25}" dt="2025-09-25T17:22:53.008" v="1575" actId="14100"/>
          <ac:picMkLst>
            <pc:docMk/>
            <pc:sldMk cId="1269887167" sldId="277"/>
            <ac:picMk id="6" creationId="{30C3B02F-DCAA-0AB5-31A6-9DB5C4242EF2}"/>
          </ac:picMkLst>
        </pc:picChg>
      </pc:sldChg>
      <pc:sldChg chg="addSp delSp modSp mod">
        <pc:chgData name="tanmaymangrulkar@gmail.com" userId="aebdc0730f172a3b" providerId="LiveId" clId="{96691A3C-1C7B-4421-A203-7E7109591A25}" dt="2025-09-25T17:59:17.217" v="2691"/>
        <pc:sldMkLst>
          <pc:docMk/>
          <pc:sldMk cId="2740661432" sldId="278"/>
        </pc:sldMkLst>
        <pc:spChg chg="add del mod">
          <ac:chgData name="tanmaymangrulkar@gmail.com" userId="aebdc0730f172a3b" providerId="LiveId" clId="{96691A3C-1C7B-4421-A203-7E7109591A25}" dt="2025-09-25T17:59:17.214" v="2687"/>
          <ac:spMkLst>
            <pc:docMk/>
            <pc:sldMk cId="2740661432" sldId="278"/>
            <ac:spMk id="2" creationId="{E7FA80CD-7751-F03F-7F45-97BF38B3689A}"/>
          </ac:spMkLst>
        </pc:spChg>
        <pc:spChg chg="add del mod">
          <ac:chgData name="tanmaymangrulkar@gmail.com" userId="aebdc0730f172a3b" providerId="LiveId" clId="{96691A3C-1C7B-4421-A203-7E7109591A25}" dt="2025-09-25T17:59:17.217" v="2691"/>
          <ac:spMkLst>
            <pc:docMk/>
            <pc:sldMk cId="2740661432" sldId="278"/>
            <ac:spMk id="3" creationId="{5607EAF6-9F8D-E852-D324-EC3AB5E15A9D}"/>
          </ac:spMkLst>
        </pc:spChg>
        <pc:spChg chg="add del mod">
          <ac:chgData name="tanmaymangrulkar@gmail.com" userId="aebdc0730f172a3b" providerId="LiveId" clId="{96691A3C-1C7B-4421-A203-7E7109591A25}" dt="2025-09-25T17:59:17.214" v="2689"/>
          <ac:spMkLst>
            <pc:docMk/>
            <pc:sldMk cId="2740661432" sldId="278"/>
            <ac:spMk id="4" creationId="{2CCEB365-8277-464C-9540-A2A2276256FE}"/>
          </ac:spMkLst>
        </pc:spChg>
        <pc:spChg chg="mod">
          <ac:chgData name="tanmaymangrulkar@gmail.com" userId="aebdc0730f172a3b" providerId="LiveId" clId="{96691A3C-1C7B-4421-A203-7E7109591A25}" dt="2025-09-25T17:59:05.073" v="2685" actId="20577"/>
          <ac:spMkLst>
            <pc:docMk/>
            <pc:sldMk cId="2740661432" sldId="278"/>
            <ac:spMk id="392" creationId="{2CAB3859-3D6B-5714-B7D2-E5A2FCCA9CB2}"/>
          </ac:spMkLst>
        </pc:spChg>
      </pc:sldChg>
      <pc:sldChg chg="modSp mod">
        <pc:chgData name="tanmaymangrulkar@gmail.com" userId="aebdc0730f172a3b" providerId="LiveId" clId="{96691A3C-1C7B-4421-A203-7E7109591A25}" dt="2025-09-25T18:07:56.177" v="3388" actId="20577"/>
        <pc:sldMkLst>
          <pc:docMk/>
          <pc:sldMk cId="65869822" sldId="279"/>
        </pc:sldMkLst>
        <pc:spChg chg="mod">
          <ac:chgData name="tanmaymangrulkar@gmail.com" userId="aebdc0730f172a3b" providerId="LiveId" clId="{96691A3C-1C7B-4421-A203-7E7109591A25}" dt="2025-09-25T18:07:56.177" v="3388" actId="20577"/>
          <ac:spMkLst>
            <pc:docMk/>
            <pc:sldMk cId="65869822" sldId="279"/>
            <ac:spMk id="392" creationId="{04F93651-EA81-5DE7-2897-0A119FED6D39}"/>
          </ac:spMkLst>
        </pc:spChg>
      </pc:sldChg>
      <pc:sldChg chg="del">
        <pc:chgData name="tanmaymangrulkar@gmail.com" userId="aebdc0730f172a3b" providerId="LiveId" clId="{96691A3C-1C7B-4421-A203-7E7109591A25}" dt="2025-09-25T18:20:30.812" v="3437" actId="2696"/>
        <pc:sldMkLst>
          <pc:docMk/>
          <pc:sldMk cId="2780112954" sldId="281"/>
        </pc:sldMkLst>
      </pc:sldChg>
      <pc:sldChg chg="addSp delSp modSp mod">
        <pc:chgData name="tanmaymangrulkar@gmail.com" userId="aebdc0730f172a3b" providerId="LiveId" clId="{96691A3C-1C7B-4421-A203-7E7109591A25}" dt="2025-09-25T18:19:41.438" v="3436" actId="14100"/>
        <pc:sldMkLst>
          <pc:docMk/>
          <pc:sldMk cId="3552910141" sldId="283"/>
        </pc:sldMkLst>
        <pc:spChg chg="mod">
          <ac:chgData name="tanmaymangrulkar@gmail.com" userId="aebdc0730f172a3b" providerId="LiveId" clId="{96691A3C-1C7B-4421-A203-7E7109591A25}" dt="2025-09-25T18:18:08.579" v="3418" actId="1076"/>
          <ac:spMkLst>
            <pc:docMk/>
            <pc:sldMk cId="3552910141" sldId="283"/>
            <ac:spMk id="392" creationId="{C1F49B95-C601-BFE4-ECA5-8B7519BCAD90}"/>
          </ac:spMkLst>
        </pc:spChg>
        <pc:spChg chg="mod">
          <ac:chgData name="tanmaymangrulkar@gmail.com" userId="aebdc0730f172a3b" providerId="LiveId" clId="{96691A3C-1C7B-4421-A203-7E7109591A25}" dt="2025-09-25T18:18:24.436" v="3422" actId="14100"/>
          <ac:spMkLst>
            <pc:docMk/>
            <pc:sldMk cId="3552910141" sldId="283"/>
            <ac:spMk id="393" creationId="{CC122154-5F95-C4CF-6CF2-93EF7F5DAEB8}"/>
          </ac:spMkLst>
        </pc:spChg>
        <pc:picChg chg="add del mod">
          <ac:chgData name="tanmaymangrulkar@gmail.com" userId="aebdc0730f172a3b" providerId="LiveId" clId="{96691A3C-1C7B-4421-A203-7E7109591A25}" dt="2025-09-25T18:14:02.285" v="3402" actId="21"/>
          <ac:picMkLst>
            <pc:docMk/>
            <pc:sldMk cId="3552910141" sldId="283"/>
            <ac:picMk id="3" creationId="{0E1727C9-5A73-716C-AF39-567F96DE7D67}"/>
          </ac:picMkLst>
        </pc:picChg>
        <pc:picChg chg="del">
          <ac:chgData name="tanmaymangrulkar@gmail.com" userId="aebdc0730f172a3b" providerId="LiveId" clId="{96691A3C-1C7B-4421-A203-7E7109591A25}" dt="2025-09-25T17:25:00.445" v="1724" actId="21"/>
          <ac:picMkLst>
            <pc:docMk/>
            <pc:sldMk cId="3552910141" sldId="283"/>
            <ac:picMk id="4" creationId="{9C8F5248-57B3-5010-C4D8-CA387477D2FA}"/>
          </ac:picMkLst>
        </pc:picChg>
        <pc:picChg chg="add del mod">
          <ac:chgData name="tanmaymangrulkar@gmail.com" userId="aebdc0730f172a3b" providerId="LiveId" clId="{96691A3C-1C7B-4421-A203-7E7109591A25}" dt="2025-09-25T18:19:14.764" v="3433" actId="21"/>
          <ac:picMkLst>
            <pc:docMk/>
            <pc:sldMk cId="3552910141" sldId="283"/>
            <ac:picMk id="6" creationId="{28AC47BD-A3ED-1B9A-6E83-DFF3FC698168}"/>
          </ac:picMkLst>
        </pc:picChg>
        <pc:picChg chg="add del mod">
          <ac:chgData name="tanmaymangrulkar@gmail.com" userId="aebdc0730f172a3b" providerId="LiveId" clId="{96691A3C-1C7B-4421-A203-7E7109591A25}" dt="2025-09-25T18:14:34.760" v="3405" actId="21"/>
          <ac:picMkLst>
            <pc:docMk/>
            <pc:sldMk cId="3552910141" sldId="283"/>
            <ac:picMk id="7" creationId="{0E1727C9-5A73-716C-AF39-567F96DE7D67}"/>
          </ac:picMkLst>
        </pc:picChg>
        <pc:picChg chg="add del mod">
          <ac:chgData name="tanmaymangrulkar@gmail.com" userId="aebdc0730f172a3b" providerId="LiveId" clId="{96691A3C-1C7B-4421-A203-7E7109591A25}" dt="2025-09-25T18:19:18.657" v="3434" actId="21"/>
          <ac:picMkLst>
            <pc:docMk/>
            <pc:sldMk cId="3552910141" sldId="283"/>
            <ac:picMk id="9" creationId="{7783556B-6A42-449F-98D9-962B8538AC18}"/>
          </ac:picMkLst>
        </pc:picChg>
        <pc:picChg chg="add del mod">
          <ac:chgData name="tanmaymangrulkar@gmail.com" userId="aebdc0730f172a3b" providerId="LiveId" clId="{96691A3C-1C7B-4421-A203-7E7109591A25}" dt="2025-09-25T18:18:49.596" v="3427" actId="21"/>
          <ac:picMkLst>
            <pc:docMk/>
            <pc:sldMk cId="3552910141" sldId="283"/>
            <ac:picMk id="11" creationId="{0AA62FFA-7DBC-7C00-03BC-CBE9BE2704F0}"/>
          </ac:picMkLst>
        </pc:picChg>
        <pc:picChg chg="add mod">
          <ac:chgData name="tanmaymangrulkar@gmail.com" userId="aebdc0730f172a3b" providerId="LiveId" clId="{96691A3C-1C7B-4421-A203-7E7109591A25}" dt="2025-09-25T18:19:41.438" v="3436" actId="14100"/>
          <ac:picMkLst>
            <pc:docMk/>
            <pc:sldMk cId="3552910141" sldId="283"/>
            <ac:picMk id="12" creationId="{0AA62FFA-7DBC-7C00-03BC-CBE9BE2704F0}"/>
          </ac:picMkLst>
        </pc:picChg>
      </pc:sldChg>
      <pc:sldChg chg="delSp modSp mod">
        <pc:chgData name="tanmaymangrulkar@gmail.com" userId="aebdc0730f172a3b" providerId="LiveId" clId="{96691A3C-1C7B-4421-A203-7E7109591A25}" dt="2025-09-25T17:48:40.014" v="2100" actId="113"/>
        <pc:sldMkLst>
          <pc:docMk/>
          <pc:sldMk cId="2667076037" sldId="284"/>
        </pc:sldMkLst>
        <pc:spChg chg="mod">
          <ac:chgData name="tanmaymangrulkar@gmail.com" userId="aebdc0730f172a3b" providerId="LiveId" clId="{96691A3C-1C7B-4421-A203-7E7109591A25}" dt="2025-09-25T17:48:40.014" v="2100" actId="113"/>
          <ac:spMkLst>
            <pc:docMk/>
            <pc:sldMk cId="2667076037" sldId="284"/>
            <ac:spMk id="392" creationId="{4A1E2096-2091-5B6E-50BF-50D366DC752E}"/>
          </ac:spMkLst>
        </pc:spChg>
        <pc:picChg chg="del">
          <ac:chgData name="tanmaymangrulkar@gmail.com" userId="aebdc0730f172a3b" providerId="LiveId" clId="{96691A3C-1C7B-4421-A203-7E7109591A25}" dt="2025-09-25T17:45:04.633" v="1890" actId="21"/>
          <ac:picMkLst>
            <pc:docMk/>
            <pc:sldMk cId="2667076037" sldId="284"/>
            <ac:picMk id="3" creationId="{A8EF0D53-2256-0656-3C37-48B8EDBB6955}"/>
          </ac:picMkLst>
        </pc:picChg>
      </pc:sldChg>
      <pc:sldChg chg="del">
        <pc:chgData name="tanmaymangrulkar@gmail.com" userId="aebdc0730f172a3b" providerId="LiveId" clId="{96691A3C-1C7B-4421-A203-7E7109591A25}" dt="2025-09-25T17:59:20.898" v="2692" actId="2696"/>
        <pc:sldMkLst>
          <pc:docMk/>
          <pc:sldMk cId="2996509061" sldId="285"/>
        </pc:sldMkLst>
      </pc:sldChg>
      <pc:sldChg chg="addSp delSp modSp add mod">
        <pc:chgData name="tanmaymangrulkar@gmail.com" userId="aebdc0730f172a3b" providerId="LiveId" clId="{96691A3C-1C7B-4421-A203-7E7109591A25}" dt="2025-09-27T07:41:14.291" v="3514" actId="20577"/>
        <pc:sldMkLst>
          <pc:docMk/>
          <pc:sldMk cId="4096787981" sldId="289"/>
        </pc:sldMkLst>
        <pc:spChg chg="mod">
          <ac:chgData name="tanmaymangrulkar@gmail.com" userId="aebdc0730f172a3b" providerId="LiveId" clId="{96691A3C-1C7B-4421-A203-7E7109591A25}" dt="2025-09-27T07:41:14.291" v="3514" actId="20577"/>
          <ac:spMkLst>
            <pc:docMk/>
            <pc:sldMk cId="4096787981" sldId="289"/>
            <ac:spMk id="392" creationId="{8D6F7E1F-0226-2A54-99FF-13E9F1AC12C0}"/>
          </ac:spMkLst>
        </pc:spChg>
        <pc:spChg chg="mod">
          <ac:chgData name="tanmaymangrulkar@gmail.com" userId="aebdc0730f172a3b" providerId="LiveId" clId="{96691A3C-1C7B-4421-A203-7E7109591A25}" dt="2025-09-27T07:39:52.154" v="3507" actId="1076"/>
          <ac:spMkLst>
            <pc:docMk/>
            <pc:sldMk cId="4096787981" sldId="289"/>
            <ac:spMk id="393" creationId="{2EFD56AB-30DF-07F6-097B-02B8D655FA48}"/>
          </ac:spMkLst>
        </pc:spChg>
        <pc:picChg chg="del">
          <ac:chgData name="tanmaymangrulkar@gmail.com" userId="aebdc0730f172a3b" providerId="LiveId" clId="{96691A3C-1C7B-4421-A203-7E7109591A25}" dt="2025-09-27T07:34:32.101" v="3477" actId="21"/>
          <ac:picMkLst>
            <pc:docMk/>
            <pc:sldMk cId="4096787981" sldId="289"/>
            <ac:picMk id="3" creationId="{D90C3CA4-328D-A675-10CE-762D61CB88DE}"/>
          </ac:picMkLst>
        </pc:picChg>
        <pc:picChg chg="add mod">
          <ac:chgData name="tanmaymangrulkar@gmail.com" userId="aebdc0730f172a3b" providerId="LiveId" clId="{96691A3C-1C7B-4421-A203-7E7109591A25}" dt="2025-09-27T07:38:52.265" v="3497" actId="1076"/>
          <ac:picMkLst>
            <pc:docMk/>
            <pc:sldMk cId="4096787981" sldId="289"/>
            <ac:picMk id="4" creationId="{0A39804B-E4DF-1C9D-495A-C49BF776515A}"/>
          </ac:picMkLst>
        </pc:picChg>
        <pc:picChg chg="del">
          <ac:chgData name="tanmaymangrulkar@gmail.com" userId="aebdc0730f172a3b" providerId="LiveId" clId="{96691A3C-1C7B-4421-A203-7E7109591A25}" dt="2025-09-27T07:34:34.270" v="3478" actId="21"/>
          <ac:picMkLst>
            <pc:docMk/>
            <pc:sldMk cId="4096787981" sldId="289"/>
            <ac:picMk id="6" creationId="{00C260E4-8C0C-62C2-716D-CCCD92B4FA1F}"/>
          </ac:picMkLst>
        </pc:picChg>
        <pc:picChg chg="add mod">
          <ac:chgData name="tanmaymangrulkar@gmail.com" userId="aebdc0730f172a3b" providerId="LiveId" clId="{96691A3C-1C7B-4421-A203-7E7109591A25}" dt="2025-09-27T07:40:03.315" v="3509" actId="14100"/>
          <ac:picMkLst>
            <pc:docMk/>
            <pc:sldMk cId="4096787981" sldId="289"/>
            <ac:picMk id="7" creationId="{677FB247-97B4-1F65-EA65-9B8E0D5A9568}"/>
          </ac:picMkLst>
        </pc:picChg>
      </pc:sldChg>
    </pc:docChg>
  </pc:docChgLst>
  <pc:docChgLst>
    <pc:chgData name="Tanmay Mangrulkar" userId="aebdc0730f172a3b" providerId="LiveId" clId="{96691A3C-1C7B-4421-A203-7E7109591A25}"/>
    <pc:docChg chg="custSel delSld modSld sldOrd">
      <pc:chgData name="Tanmay Mangrulkar" userId="aebdc0730f172a3b" providerId="LiveId" clId="{96691A3C-1C7B-4421-A203-7E7109591A25}" dt="2026-03-07T05:10:25.965" v="659"/>
      <pc:docMkLst>
        <pc:docMk/>
      </pc:docMkLst>
      <pc:sldChg chg="ord">
        <pc:chgData name="Tanmay Mangrulkar" userId="aebdc0730f172a3b" providerId="LiveId" clId="{96691A3C-1C7B-4421-A203-7E7109591A25}" dt="2026-03-07T05:10:25.965" v="659"/>
        <pc:sldMkLst>
          <pc:docMk/>
          <pc:sldMk cId="0" sldId="256"/>
        </pc:sldMkLst>
      </pc:sldChg>
      <pc:sldChg chg="modSp mod">
        <pc:chgData name="Tanmay Mangrulkar" userId="aebdc0730f172a3b" providerId="LiveId" clId="{96691A3C-1C7B-4421-A203-7E7109591A25}" dt="2026-01-01T15:12:20.763" v="10" actId="1036"/>
        <pc:sldMkLst>
          <pc:docMk/>
          <pc:sldMk cId="2575738429" sldId="268"/>
        </pc:sldMkLst>
        <pc:spChg chg="mod">
          <ac:chgData name="Tanmay Mangrulkar" userId="aebdc0730f172a3b" providerId="LiveId" clId="{96691A3C-1C7B-4421-A203-7E7109591A25}" dt="2026-01-01T15:12:20.763" v="10" actId="1036"/>
          <ac:spMkLst>
            <pc:docMk/>
            <pc:sldMk cId="2575738429" sldId="268"/>
            <ac:spMk id="392" creationId="{5A860501-2ED5-E34B-B3EC-B32B67FD1927}"/>
          </ac:spMkLst>
        </pc:spChg>
      </pc:sldChg>
      <pc:sldChg chg="modSp mod">
        <pc:chgData name="Tanmay Mangrulkar" userId="aebdc0730f172a3b" providerId="LiveId" clId="{96691A3C-1C7B-4421-A203-7E7109591A25}" dt="2025-10-11T06:37:17.362" v="1" actId="14100"/>
        <pc:sldMkLst>
          <pc:docMk/>
          <pc:sldMk cId="1243487239" sldId="270"/>
        </pc:sldMkLst>
        <pc:picChg chg="mod">
          <ac:chgData name="Tanmay Mangrulkar" userId="aebdc0730f172a3b" providerId="LiveId" clId="{96691A3C-1C7B-4421-A203-7E7109591A25}" dt="2025-10-11T06:37:17.362" v="1" actId="14100"/>
          <ac:picMkLst>
            <pc:docMk/>
            <pc:sldMk cId="1243487239" sldId="270"/>
            <ac:picMk id="6" creationId="{5AE2EDDB-2BDC-2CC1-973C-863F412338C5}"/>
          </ac:picMkLst>
        </pc:picChg>
      </pc:sldChg>
      <pc:sldChg chg="modSp mod">
        <pc:chgData name="Tanmay Mangrulkar" userId="aebdc0730f172a3b" providerId="LiveId" clId="{96691A3C-1C7B-4421-A203-7E7109591A25}" dt="2026-01-01T14:22:51.761" v="8" actId="14100"/>
        <pc:sldMkLst>
          <pc:docMk/>
          <pc:sldMk cId="3747748513" sldId="272"/>
        </pc:sldMkLst>
        <pc:spChg chg="mod">
          <ac:chgData name="Tanmay Mangrulkar" userId="aebdc0730f172a3b" providerId="LiveId" clId="{96691A3C-1C7B-4421-A203-7E7109591A25}" dt="2026-01-01T14:22:51.761" v="8" actId="14100"/>
          <ac:spMkLst>
            <pc:docMk/>
            <pc:sldMk cId="3747748513" sldId="272"/>
            <ac:spMk id="392" creationId="{8D6F7E1F-0226-2A54-99FF-13E9F1AC12C0}"/>
          </ac:spMkLst>
        </pc:spChg>
      </pc:sldChg>
      <pc:sldChg chg="modSp">
        <pc:chgData name="Tanmay Mangrulkar" userId="aebdc0730f172a3b" providerId="LiveId" clId="{96691A3C-1C7B-4421-A203-7E7109591A25}" dt="2026-01-01T13:59:18.653" v="5"/>
        <pc:sldMkLst>
          <pc:docMk/>
          <pc:sldMk cId="4103334935" sldId="273"/>
        </pc:sldMkLst>
        <pc:spChg chg="mod">
          <ac:chgData name="Tanmay Mangrulkar" userId="aebdc0730f172a3b" providerId="LiveId" clId="{96691A3C-1C7B-4421-A203-7E7109591A25}" dt="2026-01-01T13:59:18.653" v="5"/>
          <ac:spMkLst>
            <pc:docMk/>
            <pc:sldMk cId="4103334935" sldId="273"/>
            <ac:spMk id="392" creationId="{180F5953-9F07-9B62-7E69-CDABE96C2F44}"/>
          </ac:spMkLst>
        </pc:spChg>
      </pc:sldChg>
      <pc:sldChg chg="delSp del mod">
        <pc:chgData name="Tanmay Mangrulkar" userId="aebdc0730f172a3b" providerId="LiveId" clId="{96691A3C-1C7B-4421-A203-7E7109591A25}" dt="2025-10-11T06:58:22.970" v="4" actId="2696"/>
        <pc:sldMkLst>
          <pc:docMk/>
          <pc:sldMk cId="2102948586" sldId="276"/>
        </pc:sldMkLst>
        <pc:spChg chg="del">
          <ac:chgData name="Tanmay Mangrulkar" userId="aebdc0730f172a3b" providerId="LiveId" clId="{96691A3C-1C7B-4421-A203-7E7109591A25}" dt="2025-10-11T06:58:12.972" v="2" actId="21"/>
          <ac:spMkLst>
            <pc:docMk/>
            <pc:sldMk cId="2102948586" sldId="276"/>
            <ac:spMk id="392" creationId="{5B9CD4D6-A39D-1863-89A8-439CF029E3E9}"/>
          </ac:spMkLst>
        </pc:spChg>
        <pc:picChg chg="del">
          <ac:chgData name="Tanmay Mangrulkar" userId="aebdc0730f172a3b" providerId="LiveId" clId="{96691A3C-1C7B-4421-A203-7E7109591A25}" dt="2025-10-11T06:58:16.311" v="3" actId="21"/>
          <ac:picMkLst>
            <pc:docMk/>
            <pc:sldMk cId="2102948586" sldId="276"/>
            <ac:picMk id="3" creationId="{43D77C3E-35FF-5FC8-003B-4D32FE745F9F}"/>
          </ac:picMkLst>
        </pc:picChg>
      </pc:sldChg>
      <pc:sldChg chg="del">
        <pc:chgData name="Tanmay Mangrulkar" userId="aebdc0730f172a3b" providerId="LiveId" clId="{96691A3C-1C7B-4421-A203-7E7109591A25}" dt="2026-01-01T16:19:13.182" v="624" actId="2696"/>
        <pc:sldMkLst>
          <pc:docMk/>
          <pc:sldMk cId="2740661432" sldId="278"/>
        </pc:sldMkLst>
      </pc:sldChg>
      <pc:sldChg chg="del">
        <pc:chgData name="Tanmay Mangrulkar" userId="aebdc0730f172a3b" providerId="LiveId" clId="{96691A3C-1C7B-4421-A203-7E7109591A25}" dt="2026-01-01T16:19:05.824" v="623" actId="2696"/>
        <pc:sldMkLst>
          <pc:docMk/>
          <pc:sldMk cId="65869822" sldId="279"/>
        </pc:sldMkLst>
      </pc:sldChg>
      <pc:sldChg chg="addSp delSp modSp mod">
        <pc:chgData name="Tanmay Mangrulkar" userId="aebdc0730f172a3b" providerId="LiveId" clId="{96691A3C-1C7B-4421-A203-7E7109591A25}" dt="2026-01-01T16:19:28.182" v="657" actId="20577"/>
        <pc:sldMkLst>
          <pc:docMk/>
          <pc:sldMk cId="2667076037" sldId="284"/>
        </pc:sldMkLst>
        <pc:spChg chg="add del mod">
          <ac:chgData name="Tanmay Mangrulkar" userId="aebdc0730f172a3b" providerId="LiveId" clId="{96691A3C-1C7B-4421-A203-7E7109591A25}" dt="2026-01-01T16:18:58.910" v="622"/>
          <ac:spMkLst>
            <pc:docMk/>
            <pc:sldMk cId="2667076037" sldId="284"/>
            <ac:spMk id="2" creationId="{904802F8-372A-356B-7446-BC36053D4E13}"/>
          </ac:spMkLst>
        </pc:spChg>
        <pc:spChg chg="mod">
          <ac:chgData name="Tanmay Mangrulkar" userId="aebdc0730f172a3b" providerId="LiveId" clId="{96691A3C-1C7B-4421-A203-7E7109591A25}" dt="2026-01-01T16:19:28.182" v="657" actId="20577"/>
          <ac:spMkLst>
            <pc:docMk/>
            <pc:sldMk cId="2667076037" sldId="284"/>
            <ac:spMk id="391" creationId="{9BA3AA1A-2873-4D9B-9C79-051AB3D4D7BD}"/>
          </ac:spMkLst>
        </pc:spChg>
        <pc:spChg chg="mod">
          <ac:chgData name="Tanmay Mangrulkar" userId="aebdc0730f172a3b" providerId="LiveId" clId="{96691A3C-1C7B-4421-A203-7E7109591A25}" dt="2026-01-01T16:18:55.028" v="620" actId="113"/>
          <ac:spMkLst>
            <pc:docMk/>
            <pc:sldMk cId="2667076037" sldId="284"/>
            <ac:spMk id="392" creationId="{4A1E2096-2091-5B6E-50BF-50D366DC752E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08T10:24:47.7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b7223bd2a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b7223bd2a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b7223bd2a0_0_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b7223bd2a0_0_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167275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>
          <a:extLst>
            <a:ext uri="{FF2B5EF4-FFF2-40B4-BE49-F238E27FC236}">
              <a16:creationId xmlns:a16="http://schemas.microsoft.com/office/drawing/2014/main" id="{BB7E0AFD-DC34-E1B8-A2A4-90BDD615A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b7223bd2a0_0_331:notes">
            <a:extLst>
              <a:ext uri="{FF2B5EF4-FFF2-40B4-BE49-F238E27FC236}">
                <a16:creationId xmlns:a16="http://schemas.microsoft.com/office/drawing/2014/main" id="{9482DED1-A776-FC94-F433-F4C09B6E8E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b7223bd2a0_0_331:notes">
            <a:extLst>
              <a:ext uri="{FF2B5EF4-FFF2-40B4-BE49-F238E27FC236}">
                <a16:creationId xmlns:a16="http://schemas.microsoft.com/office/drawing/2014/main" id="{C6820D07-CFE5-1FDA-2CCD-74471BD789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79402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>
          <a:extLst>
            <a:ext uri="{FF2B5EF4-FFF2-40B4-BE49-F238E27FC236}">
              <a16:creationId xmlns:a16="http://schemas.microsoft.com/office/drawing/2014/main" id="{BB7E0AFD-DC34-E1B8-A2A4-90BDD615A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b7223bd2a0_0_331:notes">
            <a:extLst>
              <a:ext uri="{FF2B5EF4-FFF2-40B4-BE49-F238E27FC236}">
                <a16:creationId xmlns:a16="http://schemas.microsoft.com/office/drawing/2014/main" id="{9482DED1-A776-FC94-F433-F4C09B6E8E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b7223bd2a0_0_331:notes">
            <a:extLst>
              <a:ext uri="{FF2B5EF4-FFF2-40B4-BE49-F238E27FC236}">
                <a16:creationId xmlns:a16="http://schemas.microsoft.com/office/drawing/2014/main" id="{C6820D07-CFE5-1FDA-2CCD-74471BD789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16637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>
          <a:extLst>
            <a:ext uri="{FF2B5EF4-FFF2-40B4-BE49-F238E27FC236}">
              <a16:creationId xmlns:a16="http://schemas.microsoft.com/office/drawing/2014/main" id="{BB7E0AFD-DC34-E1B8-A2A4-90BDD615A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b7223bd2a0_0_331:notes">
            <a:extLst>
              <a:ext uri="{FF2B5EF4-FFF2-40B4-BE49-F238E27FC236}">
                <a16:creationId xmlns:a16="http://schemas.microsoft.com/office/drawing/2014/main" id="{9482DED1-A776-FC94-F433-F4C09B6E8E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b7223bd2a0_0_331:notes">
            <a:extLst>
              <a:ext uri="{FF2B5EF4-FFF2-40B4-BE49-F238E27FC236}">
                <a16:creationId xmlns:a16="http://schemas.microsoft.com/office/drawing/2014/main" id="{C6820D07-CFE5-1FDA-2CCD-74471BD789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057369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>
          <a:extLst>
            <a:ext uri="{FF2B5EF4-FFF2-40B4-BE49-F238E27FC236}">
              <a16:creationId xmlns:a16="http://schemas.microsoft.com/office/drawing/2014/main" id="{BB7E0AFD-DC34-E1B8-A2A4-90BDD615A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b7223bd2a0_0_331:notes">
            <a:extLst>
              <a:ext uri="{FF2B5EF4-FFF2-40B4-BE49-F238E27FC236}">
                <a16:creationId xmlns:a16="http://schemas.microsoft.com/office/drawing/2014/main" id="{9482DED1-A776-FC94-F433-F4C09B6E8E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b7223bd2a0_0_331:notes">
            <a:extLst>
              <a:ext uri="{FF2B5EF4-FFF2-40B4-BE49-F238E27FC236}">
                <a16:creationId xmlns:a16="http://schemas.microsoft.com/office/drawing/2014/main" id="{C6820D07-CFE5-1FDA-2CCD-74471BD789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5551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>
          <a:extLst>
            <a:ext uri="{FF2B5EF4-FFF2-40B4-BE49-F238E27FC236}">
              <a16:creationId xmlns:a16="http://schemas.microsoft.com/office/drawing/2014/main" id="{B7FD4431-8C15-9AC0-2E04-6FD527302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b7223bd2a0_0_331:notes">
            <a:extLst>
              <a:ext uri="{FF2B5EF4-FFF2-40B4-BE49-F238E27FC236}">
                <a16:creationId xmlns:a16="http://schemas.microsoft.com/office/drawing/2014/main" id="{E33E1399-1F6F-1D17-9442-D68B44F059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b7223bd2a0_0_331:notes">
            <a:extLst>
              <a:ext uri="{FF2B5EF4-FFF2-40B4-BE49-F238E27FC236}">
                <a16:creationId xmlns:a16="http://schemas.microsoft.com/office/drawing/2014/main" id="{8132688C-8ADC-FFCD-0D6F-42D9CF781F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83788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>
          <a:extLst>
            <a:ext uri="{FF2B5EF4-FFF2-40B4-BE49-F238E27FC236}">
              <a16:creationId xmlns:a16="http://schemas.microsoft.com/office/drawing/2014/main" id="{77C31B59-8659-D927-CAE7-B0CEB6B77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b7223bd2a0_0_331:notes">
            <a:extLst>
              <a:ext uri="{FF2B5EF4-FFF2-40B4-BE49-F238E27FC236}">
                <a16:creationId xmlns:a16="http://schemas.microsoft.com/office/drawing/2014/main" id="{AA7AA435-10F7-C6DB-F07C-3D687BF63D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b7223bd2a0_0_331:notes">
            <a:extLst>
              <a:ext uri="{FF2B5EF4-FFF2-40B4-BE49-F238E27FC236}">
                <a16:creationId xmlns:a16="http://schemas.microsoft.com/office/drawing/2014/main" id="{F8772CC0-EBAA-614D-30A5-B2AFC36492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51066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>
          <a:extLst>
            <a:ext uri="{FF2B5EF4-FFF2-40B4-BE49-F238E27FC236}">
              <a16:creationId xmlns:a16="http://schemas.microsoft.com/office/drawing/2014/main" id="{0295D9DD-A292-AF78-65C5-5FF259059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b7223bd2a0_0_331:notes">
            <a:extLst>
              <a:ext uri="{FF2B5EF4-FFF2-40B4-BE49-F238E27FC236}">
                <a16:creationId xmlns:a16="http://schemas.microsoft.com/office/drawing/2014/main" id="{C5B8CC3D-5522-894F-071A-C2B27EB7F9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b7223bd2a0_0_331:notes">
            <a:extLst>
              <a:ext uri="{FF2B5EF4-FFF2-40B4-BE49-F238E27FC236}">
                <a16:creationId xmlns:a16="http://schemas.microsoft.com/office/drawing/2014/main" id="{3FB8966E-892F-81D8-59E7-573957E2AC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753897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>
          <a:extLst>
            <a:ext uri="{FF2B5EF4-FFF2-40B4-BE49-F238E27FC236}">
              <a16:creationId xmlns:a16="http://schemas.microsoft.com/office/drawing/2014/main" id="{0295D9DD-A292-AF78-65C5-5FF259059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b7223bd2a0_0_331:notes">
            <a:extLst>
              <a:ext uri="{FF2B5EF4-FFF2-40B4-BE49-F238E27FC236}">
                <a16:creationId xmlns:a16="http://schemas.microsoft.com/office/drawing/2014/main" id="{C5B8CC3D-5522-894F-071A-C2B27EB7F9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b7223bd2a0_0_331:notes">
            <a:extLst>
              <a:ext uri="{FF2B5EF4-FFF2-40B4-BE49-F238E27FC236}">
                <a16:creationId xmlns:a16="http://schemas.microsoft.com/office/drawing/2014/main" id="{3FB8966E-892F-81D8-59E7-573957E2AC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163544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>
          <a:extLst>
            <a:ext uri="{FF2B5EF4-FFF2-40B4-BE49-F238E27FC236}">
              <a16:creationId xmlns:a16="http://schemas.microsoft.com/office/drawing/2014/main" id="{EA30C426-3253-54BF-1187-6FF9D4DDB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b7223bd2a0_0_331:notes">
            <a:extLst>
              <a:ext uri="{FF2B5EF4-FFF2-40B4-BE49-F238E27FC236}">
                <a16:creationId xmlns:a16="http://schemas.microsoft.com/office/drawing/2014/main" id="{4E91F96A-0EF7-468B-77FA-210F4AB58D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b7223bd2a0_0_331:notes">
            <a:extLst>
              <a:ext uri="{FF2B5EF4-FFF2-40B4-BE49-F238E27FC236}">
                <a16:creationId xmlns:a16="http://schemas.microsoft.com/office/drawing/2014/main" id="{83C7A0E5-386E-BD50-149F-F82EE08C4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15256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>
          <a:extLst>
            <a:ext uri="{FF2B5EF4-FFF2-40B4-BE49-F238E27FC236}">
              <a16:creationId xmlns:a16="http://schemas.microsoft.com/office/drawing/2014/main" id="{123C5566-B37E-BBF1-DFEE-DF4F906E5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b7223bd2a0_0_331:notes">
            <a:extLst>
              <a:ext uri="{FF2B5EF4-FFF2-40B4-BE49-F238E27FC236}">
                <a16:creationId xmlns:a16="http://schemas.microsoft.com/office/drawing/2014/main" id="{704EF997-1C53-DD81-2A5D-8389BB1753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b7223bd2a0_0_331:notes">
            <a:extLst>
              <a:ext uri="{FF2B5EF4-FFF2-40B4-BE49-F238E27FC236}">
                <a16:creationId xmlns:a16="http://schemas.microsoft.com/office/drawing/2014/main" id="{8E5949C9-E16C-8D25-CA79-DA60F6730C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784414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>
          <a:extLst>
            <a:ext uri="{FF2B5EF4-FFF2-40B4-BE49-F238E27FC236}">
              <a16:creationId xmlns:a16="http://schemas.microsoft.com/office/drawing/2014/main" id="{8EF3C3AA-1F71-7AB7-5E8A-2419B5D53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b7223bd2a0_0_331:notes">
            <a:extLst>
              <a:ext uri="{FF2B5EF4-FFF2-40B4-BE49-F238E27FC236}">
                <a16:creationId xmlns:a16="http://schemas.microsoft.com/office/drawing/2014/main" id="{3A74021F-1B80-9319-E10A-FC18AC292C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b7223bd2a0_0_331:notes">
            <a:extLst>
              <a:ext uri="{FF2B5EF4-FFF2-40B4-BE49-F238E27FC236}">
                <a16:creationId xmlns:a16="http://schemas.microsoft.com/office/drawing/2014/main" id="{93009676-927A-D21C-F8D7-164D5D4BF4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92495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>
          <a:extLst>
            <a:ext uri="{FF2B5EF4-FFF2-40B4-BE49-F238E27FC236}">
              <a16:creationId xmlns:a16="http://schemas.microsoft.com/office/drawing/2014/main" id="{9DDA18B1-D884-33CF-D691-A49BDB280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b7223bd2a0_0_331:notes">
            <a:extLst>
              <a:ext uri="{FF2B5EF4-FFF2-40B4-BE49-F238E27FC236}">
                <a16:creationId xmlns:a16="http://schemas.microsoft.com/office/drawing/2014/main" id="{485F2790-584A-A05B-DDB5-792E95B554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b7223bd2a0_0_331:notes">
            <a:extLst>
              <a:ext uri="{FF2B5EF4-FFF2-40B4-BE49-F238E27FC236}">
                <a16:creationId xmlns:a16="http://schemas.microsoft.com/office/drawing/2014/main" id="{898967C4-2738-8993-2305-CE3838AB40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23638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>
          <a:extLst>
            <a:ext uri="{FF2B5EF4-FFF2-40B4-BE49-F238E27FC236}">
              <a16:creationId xmlns:a16="http://schemas.microsoft.com/office/drawing/2014/main" id="{EBF780B9-4CFC-ADB0-E3AF-9BA345A11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b7223bd2a0_0_331:notes">
            <a:extLst>
              <a:ext uri="{FF2B5EF4-FFF2-40B4-BE49-F238E27FC236}">
                <a16:creationId xmlns:a16="http://schemas.microsoft.com/office/drawing/2014/main" id="{F0E291F1-0292-314D-0B9A-C60C0A3D37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b7223bd2a0_0_331:notes">
            <a:extLst>
              <a:ext uri="{FF2B5EF4-FFF2-40B4-BE49-F238E27FC236}">
                <a16:creationId xmlns:a16="http://schemas.microsoft.com/office/drawing/2014/main" id="{81661238-3051-AFD4-7617-F321849584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64826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>
          <a:extLst>
            <a:ext uri="{FF2B5EF4-FFF2-40B4-BE49-F238E27FC236}">
              <a16:creationId xmlns:a16="http://schemas.microsoft.com/office/drawing/2014/main" id="{B3C7D073-424B-C4EB-84F3-E137A84FC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b7223bd2a0_0_331:notes">
            <a:extLst>
              <a:ext uri="{FF2B5EF4-FFF2-40B4-BE49-F238E27FC236}">
                <a16:creationId xmlns:a16="http://schemas.microsoft.com/office/drawing/2014/main" id="{784FA195-89EC-5D06-1D7C-DD46A59EB3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b7223bd2a0_0_331:notes">
            <a:extLst>
              <a:ext uri="{FF2B5EF4-FFF2-40B4-BE49-F238E27FC236}">
                <a16:creationId xmlns:a16="http://schemas.microsoft.com/office/drawing/2014/main" id="{D6B04414-B86D-8E72-B1E2-898137A329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68599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>
          <a:extLst>
            <a:ext uri="{FF2B5EF4-FFF2-40B4-BE49-F238E27FC236}">
              <a16:creationId xmlns:a16="http://schemas.microsoft.com/office/drawing/2014/main" id="{84D41FD5-E182-9A1A-5EA5-0854ACCD8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b7223bd2a0_0_331:notes">
            <a:extLst>
              <a:ext uri="{FF2B5EF4-FFF2-40B4-BE49-F238E27FC236}">
                <a16:creationId xmlns:a16="http://schemas.microsoft.com/office/drawing/2014/main" id="{3CC65CF5-7A67-CDDF-5707-A1D24D4D1D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b7223bd2a0_0_331:notes">
            <a:extLst>
              <a:ext uri="{FF2B5EF4-FFF2-40B4-BE49-F238E27FC236}">
                <a16:creationId xmlns:a16="http://schemas.microsoft.com/office/drawing/2014/main" id="{BC4ABE8C-1014-8A61-9DE3-DAA990865A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102973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>
          <a:extLst>
            <a:ext uri="{FF2B5EF4-FFF2-40B4-BE49-F238E27FC236}">
              <a16:creationId xmlns:a16="http://schemas.microsoft.com/office/drawing/2014/main" id="{E36B9FFD-C791-BC74-BC66-8F72940C4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b7223bd2a0_0_331:notes">
            <a:extLst>
              <a:ext uri="{FF2B5EF4-FFF2-40B4-BE49-F238E27FC236}">
                <a16:creationId xmlns:a16="http://schemas.microsoft.com/office/drawing/2014/main" id="{B8F27C2E-C5EB-4CBA-1913-AA1CE35FDB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b7223bd2a0_0_331:notes">
            <a:extLst>
              <a:ext uri="{FF2B5EF4-FFF2-40B4-BE49-F238E27FC236}">
                <a16:creationId xmlns:a16="http://schemas.microsoft.com/office/drawing/2014/main" id="{6EF28224-6AC5-9CD9-6C2E-F5048735A9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209683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>
          <a:extLst>
            <a:ext uri="{FF2B5EF4-FFF2-40B4-BE49-F238E27FC236}">
              <a16:creationId xmlns:a16="http://schemas.microsoft.com/office/drawing/2014/main" id="{9F6F643B-AA8B-8929-5DDE-0D9562CF8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b7223bd2a0_0_331:notes">
            <a:extLst>
              <a:ext uri="{FF2B5EF4-FFF2-40B4-BE49-F238E27FC236}">
                <a16:creationId xmlns:a16="http://schemas.microsoft.com/office/drawing/2014/main" id="{25A8D6D6-AA88-68D9-18D1-135B80B32E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b7223bd2a0_0_331:notes">
            <a:extLst>
              <a:ext uri="{FF2B5EF4-FFF2-40B4-BE49-F238E27FC236}">
                <a16:creationId xmlns:a16="http://schemas.microsoft.com/office/drawing/2014/main" id="{FF56BB7D-13A1-EBA2-CCD7-F7FCED6977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402411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>
          <a:extLst>
            <a:ext uri="{FF2B5EF4-FFF2-40B4-BE49-F238E27FC236}">
              <a16:creationId xmlns:a16="http://schemas.microsoft.com/office/drawing/2014/main" id="{7FA1CE47-391B-802B-D6E3-132CCD4C4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b7223bd2a0_0_331:notes">
            <a:extLst>
              <a:ext uri="{FF2B5EF4-FFF2-40B4-BE49-F238E27FC236}">
                <a16:creationId xmlns:a16="http://schemas.microsoft.com/office/drawing/2014/main" id="{B7C71F1F-A23E-A31A-F86B-2BB417174F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b7223bd2a0_0_331:notes">
            <a:extLst>
              <a:ext uri="{FF2B5EF4-FFF2-40B4-BE49-F238E27FC236}">
                <a16:creationId xmlns:a16="http://schemas.microsoft.com/office/drawing/2014/main" id="{9FDE5673-EC7A-79A2-1BDC-80AA8BD22C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8391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5" r:id="rId3"/>
    <p:sldLayoutId id="2147483656" r:id="rId4"/>
    <p:sldLayoutId id="2147483657" r:id="rId5"/>
    <p:sldLayoutId id="2147483658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3"/>
          <p:cNvSpPr txBox="1"/>
          <p:nvPr/>
        </p:nvSpPr>
        <p:spPr>
          <a:xfrm>
            <a:off x="153150" y="1642206"/>
            <a:ext cx="8520600" cy="13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 dirty="0">
                <a:solidFill>
                  <a:srgbClr val="FF6A0E"/>
                </a:solidFill>
              </a:rPr>
              <a:t>Credit Card Fraud Detection Model – Machine Learning Project</a:t>
            </a:r>
            <a:endParaRPr sz="4000" b="1" dirty="0">
              <a:solidFill>
                <a:srgbClr val="FF6A0E"/>
              </a:solidFill>
            </a:endParaRPr>
          </a:p>
        </p:txBody>
      </p:sp>
      <p:sp>
        <p:nvSpPr>
          <p:cNvPr id="334" name="Google Shape;334;p13"/>
          <p:cNvSpPr txBox="1"/>
          <p:nvPr/>
        </p:nvSpPr>
        <p:spPr>
          <a:xfrm>
            <a:off x="-10050" y="4800600"/>
            <a:ext cx="9164100" cy="2706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18288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2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-10050" y="4800600"/>
            <a:ext cx="326400" cy="2706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D63B57-2B6C-4AEF-AA4E-F393A4E8B2DF}"/>
              </a:ext>
            </a:extLst>
          </p:cNvPr>
          <p:cNvSpPr txBox="1"/>
          <p:nvPr/>
        </p:nvSpPr>
        <p:spPr>
          <a:xfrm>
            <a:off x="6294474" y="3976577"/>
            <a:ext cx="23792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6A0E"/>
                </a:solidFill>
              </a:rPr>
              <a:t>Tanmay D </a:t>
            </a:r>
            <a:r>
              <a:rPr lang="en-IN" sz="1600" b="1" dirty="0" err="1">
                <a:solidFill>
                  <a:srgbClr val="FF6A0E"/>
                </a:solidFill>
              </a:rPr>
              <a:t>Mangrulkar</a:t>
            </a:r>
            <a:endParaRPr lang="en-IN" sz="1600" b="1" dirty="0">
              <a:solidFill>
                <a:srgbClr val="FF6A0E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5446" y="129243"/>
            <a:ext cx="636607" cy="5507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9"/>
          <p:cNvSpPr txBox="1">
            <a:spLocks noGrp="1"/>
          </p:cNvSpPr>
          <p:nvPr>
            <p:ph type="ctrTitle"/>
          </p:nvPr>
        </p:nvSpPr>
        <p:spPr>
          <a:xfrm>
            <a:off x="0" y="-4252"/>
            <a:ext cx="9144000" cy="742658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0000" lvl="0" indent="0" algn="l" rtl="0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IN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Introduction </a:t>
            </a:r>
            <a:endParaRPr sz="3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Roboto"/>
            </a:endParaRPr>
          </a:p>
        </p:txBody>
      </p:sp>
      <p:sp>
        <p:nvSpPr>
          <p:cNvPr id="392" name="Google Shape;392;p19"/>
          <p:cNvSpPr txBox="1"/>
          <p:nvPr/>
        </p:nvSpPr>
        <p:spPr>
          <a:xfrm>
            <a:off x="-10050" y="738406"/>
            <a:ext cx="9144000" cy="4062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274300" rIns="274300" bIns="274300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/>
              <a:t> </a:t>
            </a:r>
            <a:r>
              <a:rPr lang="en-US" dirty="0"/>
              <a:t>This dataset is a comprehensive </a:t>
            </a:r>
            <a:r>
              <a:rPr lang="en-US" b="1" dirty="0"/>
              <a:t>credit card fraud detection dataset</a:t>
            </a:r>
            <a:r>
              <a:rPr lang="en-US" dirty="0"/>
              <a:t> designed to analyze and predict fraudulent transactions in real-world financial systems. It contains </a:t>
            </a:r>
            <a:r>
              <a:rPr lang="en-US" b="1" dirty="0"/>
              <a:t>50,000 transaction records</a:t>
            </a:r>
            <a:r>
              <a:rPr lang="en-US" dirty="0"/>
              <a:t> with </a:t>
            </a:r>
            <a:r>
              <a:rPr lang="en-US" b="1" dirty="0"/>
              <a:t>35 features</a:t>
            </a:r>
            <a:r>
              <a:rPr lang="en-US" dirty="0"/>
              <a:t> capturing a wide range of transaction, customer, merchant, and behavioral details. Each record represents a single credit card transaction, including attributes such as </a:t>
            </a:r>
            <a:r>
              <a:rPr lang="en-US" b="1" dirty="0"/>
              <a:t>transaction amount, account balance, card type, entry mode, merchant details, and transaction frequency patterns</a:t>
            </a:r>
            <a:r>
              <a:rPr lang="en-US" dirty="0"/>
              <a:t>. The most important feature </a:t>
            </a:r>
            <a:r>
              <a:rPr lang="en-US" dirty="0" err="1"/>
              <a:t>is_fraud,which</a:t>
            </a:r>
            <a:r>
              <a:rPr lang="en-US" dirty="0"/>
              <a:t> serves as a target variable indicating whether a transaction is legitimate (0)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or fraudulent(1).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I cleaned the </a:t>
            </a:r>
            <a:r>
              <a:rPr lang="en-US" dirty="0" err="1"/>
              <a:t>data,removed</a:t>
            </a:r>
            <a:r>
              <a:rPr lang="en-US" dirty="0"/>
              <a:t> unwanted columns and tested different models like Logistic Classification, Decision Tree, KNN and Random Forest. The Decision Tree model gave the most accurate </a:t>
            </a:r>
            <a:r>
              <a:rPr lang="en-US" dirty="0" err="1"/>
              <a:t>results.This</a:t>
            </a:r>
            <a:r>
              <a:rPr lang="en-US" dirty="0"/>
              <a:t> project help me to understand how machine learning can solve real world problems by comparing and analyzing different features and past records predicts whether fraudulent transactions has occurred or not. </a:t>
            </a:r>
          </a:p>
        </p:txBody>
      </p:sp>
      <p:sp>
        <p:nvSpPr>
          <p:cNvPr id="393" name="Google Shape;393;p19"/>
          <p:cNvSpPr txBox="1"/>
          <p:nvPr/>
        </p:nvSpPr>
        <p:spPr>
          <a:xfrm>
            <a:off x="-10050" y="4800600"/>
            <a:ext cx="9164100" cy="2706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18288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19"/>
          <p:cNvSpPr/>
          <p:nvPr/>
        </p:nvSpPr>
        <p:spPr>
          <a:xfrm rot="10800000">
            <a:off x="8637600" y="97750"/>
            <a:ext cx="506400" cy="5664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9"/>
          <p:cNvSpPr/>
          <p:nvPr/>
        </p:nvSpPr>
        <p:spPr>
          <a:xfrm>
            <a:off x="0" y="4800600"/>
            <a:ext cx="326400" cy="2706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886798-9FCC-00EB-BA87-6D23FA894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392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>
          <a:extLst>
            <a:ext uri="{FF2B5EF4-FFF2-40B4-BE49-F238E27FC236}">
              <a16:creationId xmlns:a16="http://schemas.microsoft.com/office/drawing/2014/main" id="{E146B702-42E6-3504-8441-0D63DD452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9">
            <a:extLst>
              <a:ext uri="{FF2B5EF4-FFF2-40B4-BE49-F238E27FC236}">
                <a16:creationId xmlns:a16="http://schemas.microsoft.com/office/drawing/2014/main" id="{B9E3C936-A9BF-1CBF-00E6-8C5322FA531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-4252"/>
            <a:ext cx="9144000" cy="742658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0000" lvl="0" algn="l">
              <a:lnSpc>
                <a:spcPct val="150000"/>
              </a:lnSpc>
              <a:spcAft>
                <a:spcPts val="1600"/>
              </a:spcAft>
            </a:pPr>
            <a:r>
              <a:rPr lang="en-IN" sz="3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Dataset Description</a:t>
            </a:r>
            <a:r>
              <a:rPr lang="en-IN" sz="3200" b="1" spc="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 </a:t>
            </a:r>
            <a:r>
              <a:rPr lang="en-IN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 </a:t>
            </a:r>
            <a:endParaRPr sz="3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Roboto"/>
            </a:endParaRPr>
          </a:p>
        </p:txBody>
      </p:sp>
      <p:sp>
        <p:nvSpPr>
          <p:cNvPr id="392" name="Google Shape;392;p19">
            <a:extLst>
              <a:ext uri="{FF2B5EF4-FFF2-40B4-BE49-F238E27FC236}">
                <a16:creationId xmlns:a16="http://schemas.microsoft.com/office/drawing/2014/main" id="{DD91D1FF-9733-58A3-DEF8-6035E73E0849}"/>
              </a:ext>
            </a:extLst>
          </p:cNvPr>
          <p:cNvSpPr txBox="1"/>
          <p:nvPr/>
        </p:nvSpPr>
        <p:spPr>
          <a:xfrm>
            <a:off x="20100" y="738406"/>
            <a:ext cx="9144000" cy="413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274300" rIns="274300" bIns="274300" anchor="t" anchorCtr="0">
            <a:noAutofit/>
          </a:bodyPr>
          <a:lstStyle/>
          <a:p>
            <a:pPr marL="432000">
              <a:spcBef>
                <a:spcPts val="600"/>
              </a:spcBef>
              <a:spcAft>
                <a:spcPts val="600"/>
              </a:spcAft>
            </a:pPr>
            <a:r>
              <a:rPr lang="en-US" sz="1600" dirty="0"/>
              <a:t>The dataset includes Columns :</a:t>
            </a:r>
          </a:p>
          <a:p>
            <a:pPr marL="717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 err="1"/>
              <a:t>transaction_id</a:t>
            </a:r>
            <a:r>
              <a:rPr lang="en-US" sz="1600" dirty="0"/>
              <a:t>: Unique identifier for each transaction.</a:t>
            </a:r>
          </a:p>
          <a:p>
            <a:pPr marL="717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/>
              <a:t>timestamp: Date and time when the transaction occurred.</a:t>
            </a:r>
          </a:p>
          <a:p>
            <a:pPr marL="717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 err="1"/>
              <a:t>customer_id</a:t>
            </a:r>
            <a:r>
              <a:rPr lang="en-US" sz="1600" dirty="0"/>
              <a:t>: Unique ID assigned to each customer.</a:t>
            </a:r>
          </a:p>
          <a:p>
            <a:pPr marL="717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/>
              <a:t>age: Age of the cardholder.</a:t>
            </a:r>
          </a:p>
          <a:p>
            <a:pPr marL="717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/>
              <a:t>gender: Gender of the cardholder.</a:t>
            </a:r>
          </a:p>
          <a:p>
            <a:pPr marL="717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 err="1"/>
              <a:t>card_type</a:t>
            </a:r>
            <a:r>
              <a:rPr lang="en-US" sz="1600" dirty="0"/>
              <a:t>: Type of credit card used(e.g. </a:t>
            </a:r>
            <a:r>
              <a:rPr lang="en-US" sz="1600" dirty="0" err="1"/>
              <a:t>debit,credit,prepaid</a:t>
            </a:r>
            <a:r>
              <a:rPr lang="en-US" sz="1600" dirty="0"/>
              <a:t>).</a:t>
            </a:r>
          </a:p>
          <a:p>
            <a:pPr marL="717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 err="1"/>
              <a:t>card_status</a:t>
            </a:r>
            <a:r>
              <a:rPr lang="en-US" sz="1600" dirty="0"/>
              <a:t>: Status of the card(</a:t>
            </a:r>
            <a:r>
              <a:rPr lang="en-US" sz="1600" dirty="0" err="1"/>
              <a:t>active,blocked,expired</a:t>
            </a:r>
            <a:r>
              <a:rPr lang="en-US" sz="1600" dirty="0"/>
              <a:t> </a:t>
            </a:r>
            <a:r>
              <a:rPr lang="en-US" sz="1600" dirty="0" err="1"/>
              <a:t>etc</a:t>
            </a:r>
            <a:r>
              <a:rPr lang="en-US" sz="1600" dirty="0"/>
              <a:t>).</a:t>
            </a:r>
          </a:p>
          <a:p>
            <a:pPr marL="717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 err="1"/>
              <a:t>account_balance</a:t>
            </a:r>
            <a:r>
              <a:rPr lang="en-US" sz="1600" dirty="0"/>
              <a:t>: Account balance before the transaction.</a:t>
            </a:r>
          </a:p>
          <a:p>
            <a:pPr marL="717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1600" dirty="0"/>
          </a:p>
        </p:txBody>
      </p:sp>
      <p:sp>
        <p:nvSpPr>
          <p:cNvPr id="393" name="Google Shape;393;p19">
            <a:extLst>
              <a:ext uri="{FF2B5EF4-FFF2-40B4-BE49-F238E27FC236}">
                <a16:creationId xmlns:a16="http://schemas.microsoft.com/office/drawing/2014/main" id="{F20AE1C9-9224-8239-4E1D-203275BCC1FE}"/>
              </a:ext>
            </a:extLst>
          </p:cNvPr>
          <p:cNvSpPr txBox="1"/>
          <p:nvPr/>
        </p:nvSpPr>
        <p:spPr>
          <a:xfrm>
            <a:off x="-10050" y="4800600"/>
            <a:ext cx="9164100" cy="2706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18288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19">
            <a:extLst>
              <a:ext uri="{FF2B5EF4-FFF2-40B4-BE49-F238E27FC236}">
                <a16:creationId xmlns:a16="http://schemas.microsoft.com/office/drawing/2014/main" id="{8A973C7A-912A-2043-1FEE-96AE08971939}"/>
              </a:ext>
            </a:extLst>
          </p:cNvPr>
          <p:cNvSpPr/>
          <p:nvPr/>
        </p:nvSpPr>
        <p:spPr>
          <a:xfrm rot="10800000">
            <a:off x="8637600" y="97750"/>
            <a:ext cx="506400" cy="5664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9">
            <a:extLst>
              <a:ext uri="{FF2B5EF4-FFF2-40B4-BE49-F238E27FC236}">
                <a16:creationId xmlns:a16="http://schemas.microsoft.com/office/drawing/2014/main" id="{4B4010BA-8244-F9D4-8A6A-BCF2C4D51F32}"/>
              </a:ext>
            </a:extLst>
          </p:cNvPr>
          <p:cNvSpPr/>
          <p:nvPr/>
        </p:nvSpPr>
        <p:spPr>
          <a:xfrm>
            <a:off x="0" y="4800600"/>
            <a:ext cx="326400" cy="2706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0981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>
          <a:extLst>
            <a:ext uri="{FF2B5EF4-FFF2-40B4-BE49-F238E27FC236}">
              <a16:creationId xmlns:a16="http://schemas.microsoft.com/office/drawing/2014/main" id="{E146B702-42E6-3504-8441-0D63DD452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9">
            <a:extLst>
              <a:ext uri="{FF2B5EF4-FFF2-40B4-BE49-F238E27FC236}">
                <a16:creationId xmlns:a16="http://schemas.microsoft.com/office/drawing/2014/main" id="{B9E3C936-A9BF-1CBF-00E6-8C5322FA531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-4252"/>
            <a:ext cx="9144000" cy="742658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0000" lvl="0" algn="l">
              <a:lnSpc>
                <a:spcPct val="150000"/>
              </a:lnSpc>
              <a:spcAft>
                <a:spcPts val="1600"/>
              </a:spcAft>
            </a:pPr>
            <a:r>
              <a:rPr lang="en-IN" sz="3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Dataset Description</a:t>
            </a:r>
            <a:r>
              <a:rPr lang="en-IN" sz="3200" b="1" spc="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 </a:t>
            </a:r>
            <a:r>
              <a:rPr lang="en-IN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 </a:t>
            </a:r>
            <a:endParaRPr sz="3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Roboto"/>
            </a:endParaRPr>
          </a:p>
        </p:txBody>
      </p:sp>
      <p:sp>
        <p:nvSpPr>
          <p:cNvPr id="392" name="Google Shape;392;p19">
            <a:extLst>
              <a:ext uri="{FF2B5EF4-FFF2-40B4-BE49-F238E27FC236}">
                <a16:creationId xmlns:a16="http://schemas.microsoft.com/office/drawing/2014/main" id="{DD91D1FF-9733-58A3-DEF8-6035E73E0849}"/>
              </a:ext>
            </a:extLst>
          </p:cNvPr>
          <p:cNvSpPr txBox="1"/>
          <p:nvPr/>
        </p:nvSpPr>
        <p:spPr>
          <a:xfrm>
            <a:off x="20100" y="738406"/>
            <a:ext cx="9144000" cy="413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274300" rIns="274300" bIns="274300" anchor="t" anchorCtr="0">
            <a:noAutofit/>
          </a:bodyPr>
          <a:lstStyle/>
          <a:p>
            <a:pPr marL="432000">
              <a:spcBef>
                <a:spcPts val="600"/>
              </a:spcBef>
              <a:spcAft>
                <a:spcPts val="600"/>
              </a:spcAft>
            </a:pPr>
            <a:r>
              <a:rPr lang="en-US" sz="1600" dirty="0"/>
              <a:t>The dataset includes Columns :</a:t>
            </a:r>
          </a:p>
          <a:p>
            <a:pPr marL="717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b="1" dirty="0"/>
              <a:t>amount</a:t>
            </a:r>
            <a:r>
              <a:rPr lang="en-US" sz="1600" dirty="0"/>
              <a:t>: Transaction Amount</a:t>
            </a:r>
          </a:p>
          <a:p>
            <a:pPr marL="717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b="1" dirty="0" err="1"/>
              <a:t>last_transaction_amount</a:t>
            </a:r>
            <a:r>
              <a:rPr lang="en-US" sz="1600" b="1" dirty="0"/>
              <a:t>:</a:t>
            </a:r>
            <a:r>
              <a:rPr lang="en-US" sz="1600" dirty="0"/>
              <a:t> Amount of the previous transaction by the same customer.</a:t>
            </a:r>
          </a:p>
          <a:p>
            <a:pPr marL="717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b="1" dirty="0" err="1"/>
              <a:t>fraud_amount_ratio</a:t>
            </a:r>
            <a:r>
              <a:rPr lang="en-US" sz="1600" b="1" dirty="0"/>
              <a:t>:</a:t>
            </a:r>
            <a:r>
              <a:rPr lang="en-US" sz="1600" dirty="0"/>
              <a:t> Ratio of fraudulent amount to total amount.</a:t>
            </a:r>
          </a:p>
          <a:p>
            <a:pPr marL="717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b="1" dirty="0" err="1"/>
              <a:t>is_fraud</a:t>
            </a:r>
            <a:r>
              <a:rPr lang="en-US" sz="1600" b="1" dirty="0"/>
              <a:t>:</a:t>
            </a:r>
            <a:r>
              <a:rPr lang="en-US" sz="1600" dirty="0"/>
              <a:t> Target variable; </a:t>
            </a:r>
            <a:r>
              <a:rPr lang="en-US" sz="1600" b="1" dirty="0"/>
              <a:t>1</a:t>
            </a:r>
            <a:r>
              <a:rPr lang="en-US" sz="1600" dirty="0"/>
              <a:t> if transaction is fraudulent, </a:t>
            </a:r>
            <a:r>
              <a:rPr lang="en-US" sz="1600" b="1" dirty="0"/>
              <a:t>0</a:t>
            </a:r>
            <a:r>
              <a:rPr lang="en-US" sz="1600" dirty="0"/>
              <a:t> otherwise</a:t>
            </a:r>
          </a:p>
          <a:p>
            <a:pPr marL="717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b="1" dirty="0" err="1"/>
              <a:t>fraud_type</a:t>
            </a:r>
            <a:r>
              <a:rPr lang="en-US" sz="1600" b="1" dirty="0"/>
              <a:t>:</a:t>
            </a:r>
            <a:r>
              <a:rPr lang="en-US" sz="1600" dirty="0"/>
              <a:t> Type/category of fraud detected.</a:t>
            </a:r>
          </a:p>
          <a:p>
            <a:pPr marL="717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b="1" dirty="0" err="1"/>
              <a:t>merchant_id</a:t>
            </a:r>
            <a:r>
              <a:rPr lang="en-US" sz="1600" b="1" dirty="0"/>
              <a:t>:</a:t>
            </a:r>
            <a:r>
              <a:rPr lang="en-US" sz="1600" dirty="0"/>
              <a:t> Unique ID of the merchant.</a:t>
            </a:r>
          </a:p>
          <a:p>
            <a:pPr marL="717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/>
              <a:t> </a:t>
            </a:r>
            <a:r>
              <a:rPr lang="en-US" sz="1600" b="1" dirty="0" err="1"/>
              <a:t>merchant_category</a:t>
            </a:r>
            <a:r>
              <a:rPr lang="en-US" sz="1600" b="1" dirty="0"/>
              <a:t>:</a:t>
            </a:r>
            <a:r>
              <a:rPr lang="en-US" sz="1600" dirty="0"/>
              <a:t> Category of the merchant(e.g. </a:t>
            </a:r>
            <a:r>
              <a:rPr lang="en-US" sz="1600" dirty="0" err="1"/>
              <a:t>retail,online</a:t>
            </a:r>
            <a:r>
              <a:rPr lang="en-US" sz="1600" dirty="0"/>
              <a:t>).</a:t>
            </a:r>
          </a:p>
          <a:p>
            <a:pPr marL="717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b="1" dirty="0"/>
              <a:t>mcc:</a:t>
            </a:r>
            <a:r>
              <a:rPr lang="en-US" sz="1600" dirty="0"/>
              <a:t> Merchant category code</a:t>
            </a:r>
          </a:p>
          <a:p>
            <a:pPr marL="717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1600" dirty="0"/>
          </a:p>
        </p:txBody>
      </p:sp>
      <p:sp>
        <p:nvSpPr>
          <p:cNvPr id="393" name="Google Shape;393;p19">
            <a:extLst>
              <a:ext uri="{FF2B5EF4-FFF2-40B4-BE49-F238E27FC236}">
                <a16:creationId xmlns:a16="http://schemas.microsoft.com/office/drawing/2014/main" id="{F20AE1C9-9224-8239-4E1D-203275BCC1FE}"/>
              </a:ext>
            </a:extLst>
          </p:cNvPr>
          <p:cNvSpPr txBox="1"/>
          <p:nvPr/>
        </p:nvSpPr>
        <p:spPr>
          <a:xfrm>
            <a:off x="-10050" y="4800600"/>
            <a:ext cx="9164100" cy="2706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18288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19">
            <a:extLst>
              <a:ext uri="{FF2B5EF4-FFF2-40B4-BE49-F238E27FC236}">
                <a16:creationId xmlns:a16="http://schemas.microsoft.com/office/drawing/2014/main" id="{8A973C7A-912A-2043-1FEE-96AE08971939}"/>
              </a:ext>
            </a:extLst>
          </p:cNvPr>
          <p:cNvSpPr/>
          <p:nvPr/>
        </p:nvSpPr>
        <p:spPr>
          <a:xfrm rot="10800000">
            <a:off x="8637600" y="97750"/>
            <a:ext cx="506400" cy="5664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9">
            <a:extLst>
              <a:ext uri="{FF2B5EF4-FFF2-40B4-BE49-F238E27FC236}">
                <a16:creationId xmlns:a16="http://schemas.microsoft.com/office/drawing/2014/main" id="{4B4010BA-8244-F9D4-8A6A-BCF2C4D51F32}"/>
              </a:ext>
            </a:extLst>
          </p:cNvPr>
          <p:cNvSpPr/>
          <p:nvPr/>
        </p:nvSpPr>
        <p:spPr>
          <a:xfrm>
            <a:off x="0" y="4800600"/>
            <a:ext cx="326400" cy="2706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646FE9-9945-5A2B-3911-E7796E176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5399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>
          <a:extLst>
            <a:ext uri="{FF2B5EF4-FFF2-40B4-BE49-F238E27FC236}">
              <a16:creationId xmlns:a16="http://schemas.microsoft.com/office/drawing/2014/main" id="{E146B702-42E6-3504-8441-0D63DD452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9">
            <a:extLst>
              <a:ext uri="{FF2B5EF4-FFF2-40B4-BE49-F238E27FC236}">
                <a16:creationId xmlns:a16="http://schemas.microsoft.com/office/drawing/2014/main" id="{B9E3C936-A9BF-1CBF-00E6-8C5322FA531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-4252"/>
            <a:ext cx="9144000" cy="742658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0000" lvl="0" algn="l">
              <a:lnSpc>
                <a:spcPct val="150000"/>
              </a:lnSpc>
              <a:spcAft>
                <a:spcPts val="1600"/>
              </a:spcAft>
            </a:pPr>
            <a:r>
              <a:rPr lang="en-IN" sz="3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Dataset Description</a:t>
            </a:r>
            <a:r>
              <a:rPr lang="en-IN" sz="3200" b="1" spc="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 </a:t>
            </a:r>
            <a:r>
              <a:rPr lang="en-IN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 </a:t>
            </a:r>
            <a:endParaRPr sz="3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Roboto"/>
            </a:endParaRPr>
          </a:p>
        </p:txBody>
      </p:sp>
      <p:sp>
        <p:nvSpPr>
          <p:cNvPr id="392" name="Google Shape;392;p19">
            <a:extLst>
              <a:ext uri="{FF2B5EF4-FFF2-40B4-BE49-F238E27FC236}">
                <a16:creationId xmlns:a16="http://schemas.microsoft.com/office/drawing/2014/main" id="{DD91D1FF-9733-58A3-DEF8-6035E73E0849}"/>
              </a:ext>
            </a:extLst>
          </p:cNvPr>
          <p:cNvSpPr txBox="1"/>
          <p:nvPr/>
        </p:nvSpPr>
        <p:spPr>
          <a:xfrm>
            <a:off x="20100" y="738406"/>
            <a:ext cx="9144000" cy="413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274300" rIns="274300" bIns="274300" anchor="t" anchorCtr="0">
            <a:noAutofit/>
          </a:bodyPr>
          <a:lstStyle/>
          <a:p>
            <a:pPr marL="432000">
              <a:spcBef>
                <a:spcPts val="600"/>
              </a:spcBef>
              <a:spcAft>
                <a:spcPts val="600"/>
              </a:spcAft>
            </a:pPr>
            <a:r>
              <a:rPr lang="en-US" sz="1600" dirty="0"/>
              <a:t>The dataset includes Columns :</a:t>
            </a:r>
          </a:p>
          <a:p>
            <a:pPr marL="717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b="1" dirty="0" err="1"/>
              <a:t>merchant_country</a:t>
            </a:r>
            <a:r>
              <a:rPr lang="en-US" sz="1600" b="1" dirty="0"/>
              <a:t>:</a:t>
            </a:r>
            <a:r>
              <a:rPr lang="en-US" sz="1600" dirty="0"/>
              <a:t> Country where the merchant is located.</a:t>
            </a:r>
          </a:p>
          <a:p>
            <a:pPr marL="717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b="1" dirty="0" err="1"/>
              <a:t>merchant_location</a:t>
            </a:r>
            <a:r>
              <a:rPr lang="en-US" sz="1600" b="1" dirty="0"/>
              <a:t>:</a:t>
            </a:r>
            <a:r>
              <a:rPr lang="en-US" sz="1600" dirty="0"/>
              <a:t> Detailed location of the merchant.</a:t>
            </a:r>
          </a:p>
          <a:p>
            <a:pPr marL="717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b="1" dirty="0" err="1"/>
              <a:t>avg_merchant_distance_km</a:t>
            </a:r>
            <a:r>
              <a:rPr lang="en-US" sz="1600" b="1" dirty="0"/>
              <a:t>:</a:t>
            </a:r>
            <a:r>
              <a:rPr lang="en-US" sz="1600" dirty="0"/>
              <a:t> Average distance of merchant from customer.</a:t>
            </a:r>
          </a:p>
          <a:p>
            <a:pPr marL="717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b="1" dirty="0" err="1"/>
              <a:t>terminal_id</a:t>
            </a:r>
            <a:r>
              <a:rPr lang="en-US" sz="1600" b="1" dirty="0"/>
              <a:t>:</a:t>
            </a:r>
            <a:r>
              <a:rPr lang="en-US" sz="1600" dirty="0"/>
              <a:t> ID of the terminal where the transaction was processed.</a:t>
            </a:r>
          </a:p>
          <a:p>
            <a:pPr marL="717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b="1" dirty="0" err="1"/>
              <a:t>pos_device</a:t>
            </a:r>
            <a:r>
              <a:rPr lang="en-US" sz="1600" b="1" dirty="0"/>
              <a:t>:</a:t>
            </a:r>
            <a:r>
              <a:rPr lang="en-US" sz="1600" dirty="0"/>
              <a:t> Type of POS device used.</a:t>
            </a:r>
          </a:p>
          <a:p>
            <a:pPr marL="717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b="1" dirty="0" err="1"/>
              <a:t>entry_mode</a:t>
            </a:r>
            <a:r>
              <a:rPr lang="en-US" sz="1600" b="1" dirty="0"/>
              <a:t>:</a:t>
            </a:r>
            <a:r>
              <a:rPr lang="en-US" sz="1600" dirty="0"/>
              <a:t> Mode of card entry(chip, swipe, online </a:t>
            </a:r>
            <a:r>
              <a:rPr lang="en-US" sz="1600" dirty="0" err="1"/>
              <a:t>etc</a:t>
            </a:r>
            <a:r>
              <a:rPr lang="en-US" sz="1600" dirty="0"/>
              <a:t>).</a:t>
            </a:r>
          </a:p>
          <a:p>
            <a:pPr marL="717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b="1" dirty="0" err="1"/>
              <a:t>card_present</a:t>
            </a:r>
            <a:r>
              <a:rPr lang="en-US" sz="1600" b="1" dirty="0"/>
              <a:t>:</a:t>
            </a:r>
            <a:r>
              <a:rPr lang="en-US" sz="1600" dirty="0"/>
              <a:t> Indicates if the physical card was present during transaction.</a:t>
            </a:r>
          </a:p>
          <a:p>
            <a:pPr marL="717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 err="1"/>
              <a:t>i</a:t>
            </a:r>
            <a:r>
              <a:rPr lang="en-US" sz="1600" b="1" dirty="0" err="1"/>
              <a:t>s_international</a:t>
            </a:r>
            <a:r>
              <a:rPr lang="en-US" sz="1600" b="1" dirty="0"/>
              <a:t>:</a:t>
            </a:r>
            <a:r>
              <a:rPr lang="en-US" sz="1600" dirty="0"/>
              <a:t> </a:t>
            </a:r>
            <a:r>
              <a:rPr lang="en-US" sz="1600" b="1" dirty="0"/>
              <a:t>1 </a:t>
            </a:r>
            <a:r>
              <a:rPr lang="en-US" sz="1600" dirty="0"/>
              <a:t>if the transaction is international, else </a:t>
            </a:r>
            <a:r>
              <a:rPr lang="en-US" sz="1600" b="1" dirty="0"/>
              <a:t>0</a:t>
            </a:r>
          </a:p>
          <a:p>
            <a:pPr marL="717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1600" dirty="0"/>
          </a:p>
        </p:txBody>
      </p:sp>
      <p:sp>
        <p:nvSpPr>
          <p:cNvPr id="393" name="Google Shape;393;p19">
            <a:extLst>
              <a:ext uri="{FF2B5EF4-FFF2-40B4-BE49-F238E27FC236}">
                <a16:creationId xmlns:a16="http://schemas.microsoft.com/office/drawing/2014/main" id="{F20AE1C9-9224-8239-4E1D-203275BCC1FE}"/>
              </a:ext>
            </a:extLst>
          </p:cNvPr>
          <p:cNvSpPr txBox="1"/>
          <p:nvPr/>
        </p:nvSpPr>
        <p:spPr>
          <a:xfrm>
            <a:off x="-10050" y="4800600"/>
            <a:ext cx="9164100" cy="2706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18288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19">
            <a:extLst>
              <a:ext uri="{FF2B5EF4-FFF2-40B4-BE49-F238E27FC236}">
                <a16:creationId xmlns:a16="http://schemas.microsoft.com/office/drawing/2014/main" id="{8A973C7A-912A-2043-1FEE-96AE08971939}"/>
              </a:ext>
            </a:extLst>
          </p:cNvPr>
          <p:cNvSpPr/>
          <p:nvPr/>
        </p:nvSpPr>
        <p:spPr>
          <a:xfrm rot="10800000">
            <a:off x="8637600" y="97750"/>
            <a:ext cx="506400" cy="5664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9">
            <a:extLst>
              <a:ext uri="{FF2B5EF4-FFF2-40B4-BE49-F238E27FC236}">
                <a16:creationId xmlns:a16="http://schemas.microsoft.com/office/drawing/2014/main" id="{4B4010BA-8244-F9D4-8A6A-BCF2C4D51F32}"/>
              </a:ext>
            </a:extLst>
          </p:cNvPr>
          <p:cNvSpPr/>
          <p:nvPr/>
        </p:nvSpPr>
        <p:spPr>
          <a:xfrm>
            <a:off x="0" y="4800600"/>
            <a:ext cx="326400" cy="2706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646FE9-9945-5A2B-3911-E7796E176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370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>
          <a:extLst>
            <a:ext uri="{FF2B5EF4-FFF2-40B4-BE49-F238E27FC236}">
              <a16:creationId xmlns:a16="http://schemas.microsoft.com/office/drawing/2014/main" id="{E146B702-42E6-3504-8441-0D63DD452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9">
            <a:extLst>
              <a:ext uri="{FF2B5EF4-FFF2-40B4-BE49-F238E27FC236}">
                <a16:creationId xmlns:a16="http://schemas.microsoft.com/office/drawing/2014/main" id="{B9E3C936-A9BF-1CBF-00E6-8C5322FA531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-4252"/>
            <a:ext cx="9144000" cy="742658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0000" lvl="0" algn="l">
              <a:lnSpc>
                <a:spcPct val="150000"/>
              </a:lnSpc>
              <a:spcAft>
                <a:spcPts val="1600"/>
              </a:spcAft>
            </a:pPr>
            <a:r>
              <a:rPr lang="en-IN" sz="3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Dataset Description</a:t>
            </a:r>
            <a:r>
              <a:rPr lang="en-IN" sz="3200" b="1" spc="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 </a:t>
            </a:r>
            <a:r>
              <a:rPr lang="en-IN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 </a:t>
            </a:r>
            <a:endParaRPr sz="3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Roboto"/>
            </a:endParaRPr>
          </a:p>
        </p:txBody>
      </p:sp>
      <p:sp>
        <p:nvSpPr>
          <p:cNvPr id="392" name="Google Shape;392;p19">
            <a:extLst>
              <a:ext uri="{FF2B5EF4-FFF2-40B4-BE49-F238E27FC236}">
                <a16:creationId xmlns:a16="http://schemas.microsoft.com/office/drawing/2014/main" id="{DD91D1FF-9733-58A3-DEF8-6035E73E0849}"/>
              </a:ext>
            </a:extLst>
          </p:cNvPr>
          <p:cNvSpPr txBox="1"/>
          <p:nvPr/>
        </p:nvSpPr>
        <p:spPr>
          <a:xfrm>
            <a:off x="20100" y="738405"/>
            <a:ext cx="9144000" cy="4718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274300" rIns="274300" bIns="274300" anchor="t" anchorCtr="0">
            <a:noAutofit/>
          </a:bodyPr>
          <a:lstStyle/>
          <a:p>
            <a:pPr marL="432000">
              <a:spcBef>
                <a:spcPts val="600"/>
              </a:spcBef>
              <a:spcAft>
                <a:spcPts val="600"/>
              </a:spcAft>
            </a:pPr>
            <a:r>
              <a:rPr lang="en-US" sz="1600" dirty="0"/>
              <a:t>The dataset includes Columns :</a:t>
            </a:r>
          </a:p>
          <a:p>
            <a:pPr marL="717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/>
              <a:t>currency :</a:t>
            </a:r>
            <a:r>
              <a:rPr lang="en-US" sz="1200" dirty="0"/>
              <a:t> Currency used in the transaction.</a:t>
            </a:r>
          </a:p>
          <a:p>
            <a:pPr marL="717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 err="1"/>
              <a:t>ip_address</a:t>
            </a:r>
            <a:r>
              <a:rPr lang="en-US" sz="1200" b="1" dirty="0"/>
              <a:t>: </a:t>
            </a:r>
            <a:r>
              <a:rPr lang="en-US" sz="1200" dirty="0"/>
              <a:t>IP  address of the transaction device.</a:t>
            </a:r>
          </a:p>
          <a:p>
            <a:pPr marL="717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 err="1"/>
              <a:t>device_fingerprint</a:t>
            </a:r>
            <a:r>
              <a:rPr lang="en-US" sz="1200" b="1" dirty="0"/>
              <a:t>:</a:t>
            </a:r>
            <a:r>
              <a:rPr lang="en-US" sz="1200" dirty="0"/>
              <a:t> Unique identifier of the device used.</a:t>
            </a:r>
          </a:p>
          <a:p>
            <a:pPr marL="717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/>
              <a:t>browser:</a:t>
            </a:r>
            <a:r>
              <a:rPr lang="en-US" sz="1200" dirty="0"/>
              <a:t> Browser used for the transaction (for online payments).</a:t>
            </a:r>
          </a:p>
          <a:p>
            <a:pPr marL="717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 err="1"/>
              <a:t>zipcode</a:t>
            </a:r>
            <a:r>
              <a:rPr lang="en-US" sz="1200" b="1" dirty="0"/>
              <a:t>:</a:t>
            </a:r>
            <a:r>
              <a:rPr lang="en-US" sz="1200" dirty="0"/>
              <a:t> Customer’s postal code.</a:t>
            </a:r>
          </a:p>
          <a:p>
            <a:pPr marL="717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/>
              <a:t>num_previous_transaction_24h:</a:t>
            </a:r>
            <a:r>
              <a:rPr lang="en-US" sz="1200" dirty="0"/>
              <a:t> Number of previous transactions in last 24 hours.</a:t>
            </a:r>
          </a:p>
          <a:p>
            <a:pPr marL="717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/>
              <a:t>txs_past_1hr:</a:t>
            </a:r>
            <a:r>
              <a:rPr lang="en-US" sz="1200" dirty="0"/>
              <a:t> Number of transactions in past 1 hour.</a:t>
            </a:r>
          </a:p>
          <a:p>
            <a:pPr marL="717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/>
              <a:t>txs_past_24hr:</a:t>
            </a:r>
            <a:r>
              <a:rPr lang="en-US" sz="1200" dirty="0"/>
              <a:t> Number of transactions in past 24 hours.</a:t>
            </a:r>
          </a:p>
          <a:p>
            <a:pPr marL="717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/>
              <a:t>avg_transaction_amount_30d:</a:t>
            </a:r>
            <a:r>
              <a:rPr lang="en-US" sz="1200" dirty="0"/>
              <a:t> Average transaction amount in the last 30 days.</a:t>
            </a:r>
          </a:p>
          <a:p>
            <a:pPr marL="717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/>
              <a:t>std_transaction_amount_30d:</a:t>
            </a:r>
            <a:r>
              <a:rPr lang="en-US" sz="1200" dirty="0"/>
              <a:t> Standard transaction amount in the last 30 days.</a:t>
            </a:r>
          </a:p>
          <a:p>
            <a:pPr marL="717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 err="1"/>
              <a:t>days_since</a:t>
            </a:r>
            <a:r>
              <a:rPr lang="en-US" sz="1200" b="1" dirty="0"/>
              <a:t> _</a:t>
            </a:r>
            <a:r>
              <a:rPr lang="en-US" sz="1200" b="1" dirty="0" err="1"/>
              <a:t>account_open</a:t>
            </a:r>
            <a:r>
              <a:rPr lang="en-US" sz="1200" b="1" dirty="0"/>
              <a:t>:</a:t>
            </a:r>
            <a:r>
              <a:rPr lang="en-US" sz="1200" dirty="0"/>
              <a:t> Days since the customer’s account was opened.</a:t>
            </a:r>
          </a:p>
          <a:p>
            <a:pPr marL="717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717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717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717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393" name="Google Shape;393;p19">
            <a:extLst>
              <a:ext uri="{FF2B5EF4-FFF2-40B4-BE49-F238E27FC236}">
                <a16:creationId xmlns:a16="http://schemas.microsoft.com/office/drawing/2014/main" id="{F20AE1C9-9224-8239-4E1D-203275BCC1FE}"/>
              </a:ext>
            </a:extLst>
          </p:cNvPr>
          <p:cNvSpPr txBox="1"/>
          <p:nvPr/>
        </p:nvSpPr>
        <p:spPr>
          <a:xfrm>
            <a:off x="-20100" y="5045751"/>
            <a:ext cx="9164100" cy="234032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18288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</a:t>
            </a:r>
            <a:r>
              <a:rPr lang="en-GB" sz="12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Fireblaze</a:t>
            </a:r>
            <a:r>
              <a:rPr lang="en-GB" sz="12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Technologies </a:t>
            </a:r>
            <a:r>
              <a:rPr lang="en-GB" sz="12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Pvt.</a:t>
            </a:r>
            <a:r>
              <a:rPr lang="en-GB" sz="12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Ltd.</a:t>
            </a:r>
            <a:endParaRPr sz="12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19">
            <a:extLst>
              <a:ext uri="{FF2B5EF4-FFF2-40B4-BE49-F238E27FC236}">
                <a16:creationId xmlns:a16="http://schemas.microsoft.com/office/drawing/2014/main" id="{8A973C7A-912A-2043-1FEE-96AE08971939}"/>
              </a:ext>
            </a:extLst>
          </p:cNvPr>
          <p:cNvSpPr/>
          <p:nvPr/>
        </p:nvSpPr>
        <p:spPr>
          <a:xfrm rot="10800000">
            <a:off x="8637600" y="97750"/>
            <a:ext cx="506400" cy="5664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9">
            <a:extLst>
              <a:ext uri="{FF2B5EF4-FFF2-40B4-BE49-F238E27FC236}">
                <a16:creationId xmlns:a16="http://schemas.microsoft.com/office/drawing/2014/main" id="{4B4010BA-8244-F9D4-8A6A-BCF2C4D51F32}"/>
              </a:ext>
            </a:extLst>
          </p:cNvPr>
          <p:cNvSpPr/>
          <p:nvPr/>
        </p:nvSpPr>
        <p:spPr>
          <a:xfrm>
            <a:off x="0" y="4800600"/>
            <a:ext cx="326400" cy="2706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646FE9-9945-5A2B-3911-E7796E176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8809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>
          <a:extLst>
            <a:ext uri="{FF2B5EF4-FFF2-40B4-BE49-F238E27FC236}">
              <a16:creationId xmlns:a16="http://schemas.microsoft.com/office/drawing/2014/main" id="{D45777A5-C488-813A-2B0D-814A7E0E7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9">
            <a:extLst>
              <a:ext uri="{FF2B5EF4-FFF2-40B4-BE49-F238E27FC236}">
                <a16:creationId xmlns:a16="http://schemas.microsoft.com/office/drawing/2014/main" id="{0329CB9B-2A45-D319-CC22-5EE6FB3C8CC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-4252"/>
            <a:ext cx="9144000" cy="742658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0000" lvl="0" algn="l">
              <a:lnSpc>
                <a:spcPct val="150000"/>
              </a:lnSpc>
              <a:spcAft>
                <a:spcPts val="1600"/>
              </a:spcAft>
            </a:pPr>
            <a:r>
              <a:rPr lang="en-IN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Problem Statement </a:t>
            </a:r>
            <a:endParaRPr sz="3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Roboto"/>
            </a:endParaRPr>
          </a:p>
        </p:txBody>
      </p:sp>
      <p:sp>
        <p:nvSpPr>
          <p:cNvPr id="392" name="Google Shape;392;p19">
            <a:extLst>
              <a:ext uri="{FF2B5EF4-FFF2-40B4-BE49-F238E27FC236}">
                <a16:creationId xmlns:a16="http://schemas.microsoft.com/office/drawing/2014/main" id="{4AF6AA11-FBF7-76C1-B79D-0E61F9690D1C}"/>
              </a:ext>
            </a:extLst>
          </p:cNvPr>
          <p:cNvSpPr txBox="1"/>
          <p:nvPr/>
        </p:nvSpPr>
        <p:spPr>
          <a:xfrm>
            <a:off x="20100" y="738406"/>
            <a:ext cx="9144000" cy="4172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274300" rIns="274300" bIns="274300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Credit card fraud is a major challenge in the financial industry, causing significant financial losses to banks, merchants, and customers. As digital transactions increase globally, detecting fraudulent activities in real time has become critical.</a:t>
            </a:r>
          </a:p>
          <a:p>
            <a:r>
              <a:rPr lang="en-US" sz="2000" dirty="0"/>
              <a:t>The task is to build a machine learning solution that can: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Understand and analyze transaction patterns.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Detect suspicious or abnormal transactions based on historical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Accurately classify transactions as fraudulent or not.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Provide insights into the factors contributing to fraud to support better fraud prevention strategies.</a:t>
            </a:r>
          </a:p>
          <a:p>
            <a:endParaRPr lang="en-US" sz="2000" dirty="0"/>
          </a:p>
          <a:p>
            <a:pPr algn="just">
              <a:lnSpc>
                <a:spcPct val="150000"/>
              </a:lnSpc>
            </a:pPr>
            <a:endParaRPr lang="en-US" sz="1600" dirty="0"/>
          </a:p>
        </p:txBody>
      </p:sp>
      <p:sp>
        <p:nvSpPr>
          <p:cNvPr id="393" name="Google Shape;393;p19">
            <a:extLst>
              <a:ext uri="{FF2B5EF4-FFF2-40B4-BE49-F238E27FC236}">
                <a16:creationId xmlns:a16="http://schemas.microsoft.com/office/drawing/2014/main" id="{1F7BDDD7-9605-FACF-65FC-87E8DC642290}"/>
              </a:ext>
            </a:extLst>
          </p:cNvPr>
          <p:cNvSpPr txBox="1"/>
          <p:nvPr/>
        </p:nvSpPr>
        <p:spPr>
          <a:xfrm>
            <a:off x="0" y="4910451"/>
            <a:ext cx="9164100" cy="2706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18288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19">
            <a:extLst>
              <a:ext uri="{FF2B5EF4-FFF2-40B4-BE49-F238E27FC236}">
                <a16:creationId xmlns:a16="http://schemas.microsoft.com/office/drawing/2014/main" id="{CA331526-63B7-FF44-89C9-AD14F08931EF}"/>
              </a:ext>
            </a:extLst>
          </p:cNvPr>
          <p:cNvSpPr/>
          <p:nvPr/>
        </p:nvSpPr>
        <p:spPr>
          <a:xfrm rot="10800000">
            <a:off x="8637600" y="97750"/>
            <a:ext cx="506400" cy="5664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9">
            <a:extLst>
              <a:ext uri="{FF2B5EF4-FFF2-40B4-BE49-F238E27FC236}">
                <a16:creationId xmlns:a16="http://schemas.microsoft.com/office/drawing/2014/main" id="{3713AE4A-4E5D-4239-A5DB-EE55B6E06FCE}"/>
              </a:ext>
            </a:extLst>
          </p:cNvPr>
          <p:cNvSpPr/>
          <p:nvPr/>
        </p:nvSpPr>
        <p:spPr>
          <a:xfrm>
            <a:off x="0" y="4800600"/>
            <a:ext cx="326400" cy="2706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42F98B5-8619-EF7E-9F4D-B5B785439AB0}"/>
                  </a:ext>
                </a:extLst>
              </p14:cNvPr>
              <p14:cNvContentPartPr/>
              <p14:nvPr/>
            </p14:nvContentPartPr>
            <p14:xfrm>
              <a:off x="4067130" y="3391020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42F98B5-8619-EF7E-9F4D-B5B785439AB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62810" y="3386700"/>
                <a:ext cx="9000" cy="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4651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>
          <a:extLst>
            <a:ext uri="{FF2B5EF4-FFF2-40B4-BE49-F238E27FC236}">
              <a16:creationId xmlns:a16="http://schemas.microsoft.com/office/drawing/2014/main" id="{A8DC33C1-A591-4C67-B273-68E950DDA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9">
            <a:extLst>
              <a:ext uri="{FF2B5EF4-FFF2-40B4-BE49-F238E27FC236}">
                <a16:creationId xmlns:a16="http://schemas.microsoft.com/office/drawing/2014/main" id="{6BE491CD-22A2-F3C4-D9CD-BDC15E69339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-4252"/>
            <a:ext cx="9144000" cy="742658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0000" lvl="0" indent="0" algn="l" rtl="0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IN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Problem Statement </a:t>
            </a:r>
            <a:endParaRPr sz="3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Roboto"/>
            </a:endParaRPr>
          </a:p>
        </p:txBody>
      </p:sp>
      <p:sp>
        <p:nvSpPr>
          <p:cNvPr id="392" name="Google Shape;392;p19">
            <a:extLst>
              <a:ext uri="{FF2B5EF4-FFF2-40B4-BE49-F238E27FC236}">
                <a16:creationId xmlns:a16="http://schemas.microsoft.com/office/drawing/2014/main" id="{180F5953-9F07-9B62-7E69-CDABE96C2F44}"/>
              </a:ext>
            </a:extLst>
          </p:cNvPr>
          <p:cNvSpPr txBox="1"/>
          <p:nvPr/>
        </p:nvSpPr>
        <p:spPr>
          <a:xfrm>
            <a:off x="-10050" y="738406"/>
            <a:ext cx="9144000" cy="4242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274300" rIns="274300" bIns="274300" anchor="t" anchorCtr="0">
            <a:noAutofit/>
          </a:bodyPr>
          <a:lstStyle/>
          <a:p>
            <a:pPr marL="800100" lvl="0" indent="-342900" algn="just">
              <a:spcAft>
                <a:spcPts val="1600"/>
              </a:spcAft>
              <a:buAutoNum type="arabicPeriod"/>
            </a:pPr>
            <a:r>
              <a:rPr lang="en-US" sz="16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Load Dataset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– Imported credit card fraud dataset with 50,000 records.</a:t>
            </a:r>
          </a:p>
          <a:p>
            <a:pPr marL="457200" lvl="0" algn="just">
              <a:spcBef>
                <a:spcPts val="600"/>
              </a:spcBef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Code : </a:t>
            </a:r>
            <a:r>
              <a:rPr lang="en-US" sz="12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import pandas as pd</a:t>
            </a:r>
          </a:p>
          <a:p>
            <a:pPr marL="457200" lvl="0" algn="just">
              <a:spcBef>
                <a:spcPts val="600"/>
              </a:spcBef>
            </a:pPr>
            <a:r>
              <a:rPr lang="en-US" sz="12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import </a:t>
            </a:r>
            <a:r>
              <a:rPr lang="en-US" sz="12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numpy</a:t>
            </a:r>
            <a:r>
              <a:rPr lang="en-US" sz="12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as np</a:t>
            </a:r>
          </a:p>
          <a:p>
            <a:pPr marL="457200" lvl="0" algn="just">
              <a:spcBef>
                <a:spcPts val="600"/>
              </a:spcBef>
            </a:pPr>
            <a:r>
              <a:rPr lang="en-US" sz="12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import </a:t>
            </a:r>
            <a:r>
              <a:rPr lang="en-US" sz="12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matplotlib.pyplot</a:t>
            </a:r>
            <a:r>
              <a:rPr lang="en-US" sz="12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as </a:t>
            </a:r>
            <a:r>
              <a:rPr lang="en-US" sz="12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plt</a:t>
            </a:r>
            <a:endParaRPr lang="en-US" sz="12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algn="just">
              <a:spcBef>
                <a:spcPts val="600"/>
              </a:spcBef>
            </a:pPr>
            <a:r>
              <a:rPr lang="en-US" sz="12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import seaborn as </a:t>
            </a:r>
            <a:r>
              <a:rPr lang="en-US" sz="12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sns</a:t>
            </a:r>
            <a:endParaRPr lang="en-US" sz="12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algn="just">
              <a:spcBef>
                <a:spcPts val="600"/>
              </a:spcBef>
            </a:pPr>
            <a:r>
              <a:rPr lang="en-US" sz="12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 </a:t>
            </a:r>
            <a:r>
              <a:rPr lang="en-US" sz="12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sklearn.preprocessing</a:t>
            </a:r>
            <a:r>
              <a:rPr lang="en-US" sz="12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import </a:t>
            </a:r>
            <a:r>
              <a:rPr lang="en-US" sz="12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LabelEncoder</a:t>
            </a:r>
            <a:endParaRPr lang="en-US" sz="12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algn="just">
              <a:spcBef>
                <a:spcPts val="600"/>
              </a:spcBef>
            </a:pPr>
            <a:r>
              <a:rPr lang="en-US" sz="12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 </a:t>
            </a:r>
            <a:r>
              <a:rPr lang="en-US" sz="12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sklearn.model_selection</a:t>
            </a:r>
            <a:r>
              <a:rPr lang="en-US" sz="12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import </a:t>
            </a:r>
            <a:r>
              <a:rPr lang="en-US" sz="12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train_test_split</a:t>
            </a:r>
            <a:endParaRPr lang="en-US" sz="12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algn="just">
              <a:spcBef>
                <a:spcPts val="600"/>
              </a:spcBef>
            </a:pPr>
            <a:r>
              <a:rPr lang="en-US" sz="12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 </a:t>
            </a:r>
            <a:r>
              <a:rPr lang="en-US" sz="12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sklearn.linear_model</a:t>
            </a:r>
            <a:r>
              <a:rPr lang="en-US" sz="12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import </a:t>
            </a:r>
            <a:r>
              <a:rPr lang="en-US" sz="12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LogisticRegression</a:t>
            </a:r>
            <a:endParaRPr lang="en-US" sz="12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algn="just">
              <a:spcBef>
                <a:spcPts val="600"/>
              </a:spcBef>
            </a:pPr>
            <a:r>
              <a:rPr lang="en-US" sz="12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 </a:t>
            </a:r>
            <a:r>
              <a:rPr lang="en-US" sz="12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sklearn.neighbors</a:t>
            </a:r>
            <a:r>
              <a:rPr lang="en-US" sz="12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import </a:t>
            </a:r>
            <a:r>
              <a:rPr lang="en-US" sz="12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KNeighborsClassifier</a:t>
            </a:r>
            <a:endParaRPr lang="en-US" sz="12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algn="just">
              <a:spcBef>
                <a:spcPts val="600"/>
              </a:spcBef>
            </a:pPr>
            <a:r>
              <a:rPr lang="en-US" sz="12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 </a:t>
            </a:r>
            <a:r>
              <a:rPr lang="en-US" sz="12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sklearn.tree</a:t>
            </a:r>
            <a:r>
              <a:rPr lang="en-US" sz="12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import </a:t>
            </a:r>
            <a:r>
              <a:rPr lang="en-US" sz="12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DecisionTreeClassifier</a:t>
            </a:r>
            <a:endParaRPr lang="en-US" sz="12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algn="just">
              <a:spcBef>
                <a:spcPts val="600"/>
              </a:spcBef>
            </a:pPr>
            <a:r>
              <a:rPr lang="en-IN" sz="12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 </a:t>
            </a:r>
            <a:r>
              <a:rPr lang="en-IN" sz="12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sklearn.ensemble</a:t>
            </a:r>
            <a:r>
              <a:rPr lang="en-IN" sz="12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import </a:t>
            </a:r>
            <a:r>
              <a:rPr lang="en-IN" sz="12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RandomForestClassifier</a:t>
            </a:r>
            <a:endParaRPr lang="en-US" sz="12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algn="just">
              <a:spcBef>
                <a:spcPts val="600"/>
              </a:spcBef>
            </a:pPr>
            <a:r>
              <a:rPr lang="en-US" sz="12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 </a:t>
            </a:r>
            <a:r>
              <a:rPr lang="en-US" sz="12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sklearn.metrics</a:t>
            </a:r>
            <a:r>
              <a:rPr lang="en-US" sz="12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import accuracy_score,recall_score,precision_score,confusion_matrix,f1_score</a:t>
            </a:r>
          </a:p>
          <a:p>
            <a:pPr marL="457200" lvl="0" algn="just">
              <a:spcBef>
                <a:spcPts val="600"/>
              </a:spcBef>
            </a:pPr>
            <a:r>
              <a:rPr lang="en-US" sz="12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 </a:t>
            </a:r>
            <a:r>
              <a:rPr lang="en-US" sz="12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imblearn.over_sampling</a:t>
            </a:r>
            <a:r>
              <a:rPr lang="en-US" sz="12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import </a:t>
            </a:r>
            <a:r>
              <a:rPr lang="en-US" sz="12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RandomOverSampler</a:t>
            </a:r>
            <a:endParaRPr lang="en-US" sz="12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algn="just">
              <a:spcBef>
                <a:spcPts val="600"/>
              </a:spcBef>
            </a:pPr>
            <a:r>
              <a:rPr lang="en-US" sz="12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 </a:t>
            </a:r>
            <a:r>
              <a:rPr lang="en-US" sz="12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sklearn.model_selection</a:t>
            </a:r>
            <a:r>
              <a:rPr lang="en-US" sz="12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import </a:t>
            </a:r>
            <a:r>
              <a:rPr lang="en-US" sz="12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cross_val_score</a:t>
            </a:r>
            <a:endParaRPr lang="en-US" sz="12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algn="just">
              <a:spcBef>
                <a:spcPts val="600"/>
              </a:spcBef>
            </a:pP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p19">
            <a:extLst>
              <a:ext uri="{FF2B5EF4-FFF2-40B4-BE49-F238E27FC236}">
                <a16:creationId xmlns:a16="http://schemas.microsoft.com/office/drawing/2014/main" id="{DC4FA6A4-90A9-4DB0-C488-5EA8BCC8D312}"/>
              </a:ext>
            </a:extLst>
          </p:cNvPr>
          <p:cNvSpPr txBox="1"/>
          <p:nvPr/>
        </p:nvSpPr>
        <p:spPr>
          <a:xfrm>
            <a:off x="-10050" y="4913970"/>
            <a:ext cx="9164100" cy="157229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18288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19">
            <a:extLst>
              <a:ext uri="{FF2B5EF4-FFF2-40B4-BE49-F238E27FC236}">
                <a16:creationId xmlns:a16="http://schemas.microsoft.com/office/drawing/2014/main" id="{A886F697-C73A-D53D-4837-B5308D640E34}"/>
              </a:ext>
            </a:extLst>
          </p:cNvPr>
          <p:cNvSpPr/>
          <p:nvPr/>
        </p:nvSpPr>
        <p:spPr>
          <a:xfrm rot="10800000">
            <a:off x="8637600" y="97750"/>
            <a:ext cx="506400" cy="5664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9">
            <a:extLst>
              <a:ext uri="{FF2B5EF4-FFF2-40B4-BE49-F238E27FC236}">
                <a16:creationId xmlns:a16="http://schemas.microsoft.com/office/drawing/2014/main" id="{ED8F52B8-2B25-A335-599F-99560C990875}"/>
              </a:ext>
            </a:extLst>
          </p:cNvPr>
          <p:cNvSpPr/>
          <p:nvPr/>
        </p:nvSpPr>
        <p:spPr>
          <a:xfrm>
            <a:off x="0" y="4800600"/>
            <a:ext cx="326400" cy="2706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3334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>
          <a:extLst>
            <a:ext uri="{FF2B5EF4-FFF2-40B4-BE49-F238E27FC236}">
              <a16:creationId xmlns:a16="http://schemas.microsoft.com/office/drawing/2014/main" id="{E199D439-EE73-4D5F-F4E7-0B64E7514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9">
            <a:extLst>
              <a:ext uri="{FF2B5EF4-FFF2-40B4-BE49-F238E27FC236}">
                <a16:creationId xmlns:a16="http://schemas.microsoft.com/office/drawing/2014/main" id="{C6C513EC-0AEF-A963-E378-9E520DD95A6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-4252"/>
            <a:ext cx="9144000" cy="742658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0000" lvl="0" algn="l">
              <a:lnSpc>
                <a:spcPct val="150000"/>
              </a:lnSpc>
              <a:spcAft>
                <a:spcPts val="1600"/>
              </a:spcAft>
            </a:pPr>
            <a:r>
              <a:rPr lang="en-IN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Problem Statement </a:t>
            </a:r>
            <a:endParaRPr sz="3000"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19">
            <a:extLst>
              <a:ext uri="{FF2B5EF4-FFF2-40B4-BE49-F238E27FC236}">
                <a16:creationId xmlns:a16="http://schemas.microsoft.com/office/drawing/2014/main" id="{8D6F7E1F-0226-2A54-99FF-13E9F1AC12C0}"/>
              </a:ext>
            </a:extLst>
          </p:cNvPr>
          <p:cNvSpPr txBox="1"/>
          <p:nvPr/>
        </p:nvSpPr>
        <p:spPr>
          <a:xfrm>
            <a:off x="10050" y="664150"/>
            <a:ext cx="9144000" cy="4062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274300" rIns="274300" bIns="274300" anchor="t" anchorCtr="0">
            <a:noAutofit/>
          </a:bodyPr>
          <a:lstStyle/>
          <a:p>
            <a:pPr marL="774900" lvl="0" indent="-342900" algn="just">
              <a:spcAft>
                <a:spcPts val="1200"/>
              </a:spcAft>
              <a:buAutoNum type="arabicPeriod" startAt="2"/>
            </a:pPr>
            <a:r>
              <a:rPr lang="en-US" sz="1600" dirty="0">
                <a:latin typeface="+mj-lt"/>
              </a:rPr>
              <a:t>Load Dataset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32000" lvl="0"/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Code :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pd.read_csv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r"C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:\Users\tanma\Downloads\credit_card_fraud_dataset_50k.csv")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df.head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()</a:t>
            </a:r>
          </a:p>
        </p:txBody>
      </p:sp>
      <p:sp>
        <p:nvSpPr>
          <p:cNvPr id="393" name="Google Shape;393;p19">
            <a:extLst>
              <a:ext uri="{FF2B5EF4-FFF2-40B4-BE49-F238E27FC236}">
                <a16:creationId xmlns:a16="http://schemas.microsoft.com/office/drawing/2014/main" id="{2EFD56AB-30DF-07F6-097B-02B8D655FA48}"/>
              </a:ext>
            </a:extLst>
          </p:cNvPr>
          <p:cNvSpPr txBox="1"/>
          <p:nvPr/>
        </p:nvSpPr>
        <p:spPr>
          <a:xfrm>
            <a:off x="-10050" y="4800600"/>
            <a:ext cx="9164100" cy="2706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18288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19">
            <a:extLst>
              <a:ext uri="{FF2B5EF4-FFF2-40B4-BE49-F238E27FC236}">
                <a16:creationId xmlns:a16="http://schemas.microsoft.com/office/drawing/2014/main" id="{5B7D4C62-4032-7211-266F-92D3672C7486}"/>
              </a:ext>
            </a:extLst>
          </p:cNvPr>
          <p:cNvSpPr/>
          <p:nvPr/>
        </p:nvSpPr>
        <p:spPr>
          <a:xfrm rot="10800000">
            <a:off x="8637600" y="97750"/>
            <a:ext cx="506400" cy="5664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9">
            <a:extLst>
              <a:ext uri="{FF2B5EF4-FFF2-40B4-BE49-F238E27FC236}">
                <a16:creationId xmlns:a16="http://schemas.microsoft.com/office/drawing/2014/main" id="{91E6A796-8E11-55B4-FD35-66058CD941D6}"/>
              </a:ext>
            </a:extLst>
          </p:cNvPr>
          <p:cNvSpPr/>
          <p:nvPr/>
        </p:nvSpPr>
        <p:spPr>
          <a:xfrm>
            <a:off x="0" y="4800600"/>
            <a:ext cx="326400" cy="2706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D90C3CA4-328D-A675-10CE-762D61CB8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00" y="1896183"/>
            <a:ext cx="8624312" cy="1253208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00C260E4-8C0C-62C2-716D-CCCD92B4FA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01" y="3223647"/>
            <a:ext cx="8624312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748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>
          <a:extLst>
            <a:ext uri="{FF2B5EF4-FFF2-40B4-BE49-F238E27FC236}">
              <a16:creationId xmlns:a16="http://schemas.microsoft.com/office/drawing/2014/main" id="{E199D439-EE73-4D5F-F4E7-0B64E7514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9">
            <a:extLst>
              <a:ext uri="{FF2B5EF4-FFF2-40B4-BE49-F238E27FC236}">
                <a16:creationId xmlns:a16="http://schemas.microsoft.com/office/drawing/2014/main" id="{C6C513EC-0AEF-A963-E378-9E520DD95A6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-4252"/>
            <a:ext cx="9144000" cy="742658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0000" lvl="0" algn="l">
              <a:lnSpc>
                <a:spcPct val="150000"/>
              </a:lnSpc>
              <a:spcAft>
                <a:spcPts val="1600"/>
              </a:spcAft>
            </a:pPr>
            <a:r>
              <a:rPr lang="en-IN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Problem Statement </a:t>
            </a:r>
            <a:endParaRPr sz="3000"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19">
            <a:extLst>
              <a:ext uri="{FF2B5EF4-FFF2-40B4-BE49-F238E27FC236}">
                <a16:creationId xmlns:a16="http://schemas.microsoft.com/office/drawing/2014/main" id="{8D6F7E1F-0226-2A54-99FF-13E9F1AC12C0}"/>
              </a:ext>
            </a:extLst>
          </p:cNvPr>
          <p:cNvSpPr txBox="1"/>
          <p:nvPr/>
        </p:nvSpPr>
        <p:spPr>
          <a:xfrm>
            <a:off x="-10050" y="738406"/>
            <a:ext cx="9144000" cy="4269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274300" rIns="274300" bIns="274300" anchor="t" anchorCtr="0">
            <a:noAutofit/>
          </a:bodyPr>
          <a:lstStyle/>
          <a:p>
            <a:pPr marL="432000" lvl="0" algn="just">
              <a:spcAft>
                <a:spcPts val="1200"/>
              </a:spcAft>
            </a:pPr>
            <a:r>
              <a:rPr lang="en-US" sz="1600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3. Find the type of dataset.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32000" lvl="0"/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Code :df.info()</a:t>
            </a:r>
          </a:p>
        </p:txBody>
      </p:sp>
      <p:sp>
        <p:nvSpPr>
          <p:cNvPr id="393" name="Google Shape;393;p19">
            <a:extLst>
              <a:ext uri="{FF2B5EF4-FFF2-40B4-BE49-F238E27FC236}">
                <a16:creationId xmlns:a16="http://schemas.microsoft.com/office/drawing/2014/main" id="{2EFD56AB-30DF-07F6-097B-02B8D655FA48}"/>
              </a:ext>
            </a:extLst>
          </p:cNvPr>
          <p:cNvSpPr txBox="1"/>
          <p:nvPr/>
        </p:nvSpPr>
        <p:spPr>
          <a:xfrm>
            <a:off x="-30150" y="5008200"/>
            <a:ext cx="9164100" cy="2706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18288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19">
            <a:extLst>
              <a:ext uri="{FF2B5EF4-FFF2-40B4-BE49-F238E27FC236}">
                <a16:creationId xmlns:a16="http://schemas.microsoft.com/office/drawing/2014/main" id="{5B7D4C62-4032-7211-266F-92D3672C7486}"/>
              </a:ext>
            </a:extLst>
          </p:cNvPr>
          <p:cNvSpPr/>
          <p:nvPr/>
        </p:nvSpPr>
        <p:spPr>
          <a:xfrm rot="10800000">
            <a:off x="8637600" y="97750"/>
            <a:ext cx="506400" cy="5664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9">
            <a:extLst>
              <a:ext uri="{FF2B5EF4-FFF2-40B4-BE49-F238E27FC236}">
                <a16:creationId xmlns:a16="http://schemas.microsoft.com/office/drawing/2014/main" id="{91E6A796-8E11-55B4-FD35-66058CD941D6}"/>
              </a:ext>
            </a:extLst>
          </p:cNvPr>
          <p:cNvSpPr/>
          <p:nvPr/>
        </p:nvSpPr>
        <p:spPr>
          <a:xfrm>
            <a:off x="0" y="4800600"/>
            <a:ext cx="326400" cy="2706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Picture 3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0A39804B-E4DF-1C9D-495A-C49BF7765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3509" y="738406"/>
            <a:ext cx="3156155" cy="3287390"/>
          </a:xfrm>
          <a:prstGeom prst="rect">
            <a:avLst/>
          </a:prstGeom>
        </p:spPr>
      </p:pic>
      <p:pic>
        <p:nvPicPr>
          <p:cNvPr id="7" name="Picture 6" descr="A screen shot of a computer&#10;&#10;Description automatically generated">
            <a:extLst>
              <a:ext uri="{FF2B5EF4-FFF2-40B4-BE49-F238E27FC236}">
                <a16:creationId xmlns:a16="http://schemas.microsoft.com/office/drawing/2014/main" id="{677FB247-97B4-1F65-EA65-9B8E0D5A95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3509" y="4025796"/>
            <a:ext cx="3156155" cy="910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787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>
          <a:extLst>
            <a:ext uri="{FF2B5EF4-FFF2-40B4-BE49-F238E27FC236}">
              <a16:creationId xmlns:a16="http://schemas.microsoft.com/office/drawing/2014/main" id="{8D958D4C-CDE2-339B-4B9D-9BD0F2F50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9">
            <a:extLst>
              <a:ext uri="{FF2B5EF4-FFF2-40B4-BE49-F238E27FC236}">
                <a16:creationId xmlns:a16="http://schemas.microsoft.com/office/drawing/2014/main" id="{1651729B-29AE-75FF-D161-A716965A01A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-4252"/>
            <a:ext cx="9144000" cy="742658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0000" lvl="0" algn="l">
              <a:lnSpc>
                <a:spcPct val="150000"/>
              </a:lnSpc>
              <a:spcAft>
                <a:spcPts val="1600"/>
              </a:spcAft>
            </a:pPr>
            <a:r>
              <a:rPr lang="en-IN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Problem Statement </a:t>
            </a:r>
            <a:endParaRPr sz="3000"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19">
            <a:extLst>
              <a:ext uri="{FF2B5EF4-FFF2-40B4-BE49-F238E27FC236}">
                <a16:creationId xmlns:a16="http://schemas.microsoft.com/office/drawing/2014/main" id="{9BDAFD53-3B0F-E3E6-8429-7545BD57D11E}"/>
              </a:ext>
            </a:extLst>
          </p:cNvPr>
          <p:cNvSpPr txBox="1"/>
          <p:nvPr/>
        </p:nvSpPr>
        <p:spPr>
          <a:xfrm>
            <a:off x="-10050" y="738406"/>
            <a:ext cx="9144000" cy="4062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274300" rIns="274300" bIns="274300" anchor="t" anchorCtr="0">
            <a:noAutofit/>
          </a:bodyPr>
          <a:lstStyle/>
          <a:p>
            <a:pPr marL="457200" lvl="0">
              <a:spcAft>
                <a:spcPts val="1800"/>
              </a:spcAft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 Clean Dataset – Checked data types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andremoved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unnecessary column('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transaction_id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',    'timestamp',    '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customer_id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',    '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merchant_id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',    '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terminal_id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',    '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ip_address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',    '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device_fingerprint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',    '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zipcode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',    'browser',    '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merchant_location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’)</a:t>
            </a:r>
          </a:p>
          <a:p>
            <a:pPr marL="457200" lvl="0">
              <a:spcAft>
                <a:spcPts val="1600"/>
              </a:spcAft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Code :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drop_cols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['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transaction_id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',    'timestamp',    '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customer_id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',    '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merchant_id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',    '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terminal_id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',    '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ip_address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',    '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device_fingerprint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',    '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zipcode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',    'browser',    '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merchant_location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']    </a:t>
            </a:r>
          </a:p>
          <a:p>
            <a:pPr marL="457200" lvl="0">
              <a:spcAft>
                <a:spcPts val="1600"/>
              </a:spcAft>
            </a:pP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df_cleaned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df.drop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drop_cols,axis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=1,errors='ignore’) </a:t>
            </a:r>
          </a:p>
          <a:p>
            <a:pPr marL="457200" lvl="0">
              <a:spcAft>
                <a:spcPts val="1600"/>
              </a:spcAft>
            </a:pP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print("Remaining columns:",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df_cleaned.columns.tolist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())</a:t>
            </a:r>
          </a:p>
          <a:p>
            <a:pPr marL="457200" lvl="0">
              <a:spcAft>
                <a:spcPts val="1600"/>
              </a:spcAft>
            </a:pP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print("Total columns left:",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len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df_cleaned.columns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))</a:t>
            </a:r>
          </a:p>
          <a:p>
            <a:pPr marL="457200" lvl="0">
              <a:spcAft>
                <a:spcPts val="1600"/>
              </a:spcAft>
            </a:pPr>
            <a:endParaRPr lang="en-US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p19">
            <a:extLst>
              <a:ext uri="{FF2B5EF4-FFF2-40B4-BE49-F238E27FC236}">
                <a16:creationId xmlns:a16="http://schemas.microsoft.com/office/drawing/2014/main" id="{9A2E184F-A78E-419C-DFFE-A9AD55ECF78B}"/>
              </a:ext>
            </a:extLst>
          </p:cNvPr>
          <p:cNvSpPr txBox="1"/>
          <p:nvPr/>
        </p:nvSpPr>
        <p:spPr>
          <a:xfrm>
            <a:off x="-10050" y="4800600"/>
            <a:ext cx="9164100" cy="2706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18288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19">
            <a:extLst>
              <a:ext uri="{FF2B5EF4-FFF2-40B4-BE49-F238E27FC236}">
                <a16:creationId xmlns:a16="http://schemas.microsoft.com/office/drawing/2014/main" id="{EE7CE40E-589E-20FA-B38A-E4FE604C6F6E}"/>
              </a:ext>
            </a:extLst>
          </p:cNvPr>
          <p:cNvSpPr/>
          <p:nvPr/>
        </p:nvSpPr>
        <p:spPr>
          <a:xfrm rot="10800000">
            <a:off x="8637600" y="97750"/>
            <a:ext cx="506400" cy="5664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9">
            <a:extLst>
              <a:ext uri="{FF2B5EF4-FFF2-40B4-BE49-F238E27FC236}">
                <a16:creationId xmlns:a16="http://schemas.microsoft.com/office/drawing/2014/main" id="{54EE1FE8-CD44-A3EE-DB17-A6B4AA139436}"/>
              </a:ext>
            </a:extLst>
          </p:cNvPr>
          <p:cNvSpPr/>
          <p:nvPr/>
        </p:nvSpPr>
        <p:spPr>
          <a:xfrm>
            <a:off x="0" y="4800600"/>
            <a:ext cx="326400" cy="2706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EDCF5E-036F-AACE-E925-6D4323693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88" y="3850888"/>
            <a:ext cx="8601307" cy="87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027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>
          <a:extLst>
            <a:ext uri="{FF2B5EF4-FFF2-40B4-BE49-F238E27FC236}">
              <a16:creationId xmlns:a16="http://schemas.microsoft.com/office/drawing/2014/main" id="{C09804EC-F38A-D6AF-0B17-F8FBAF3F1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9">
            <a:extLst>
              <a:ext uri="{FF2B5EF4-FFF2-40B4-BE49-F238E27FC236}">
                <a16:creationId xmlns:a16="http://schemas.microsoft.com/office/drawing/2014/main" id="{5A867461-8296-C39D-1F9D-0B6E099AD49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-4252"/>
            <a:ext cx="9144000" cy="742658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0000" lvl="0" algn="l">
              <a:lnSpc>
                <a:spcPct val="150000"/>
              </a:lnSpc>
              <a:spcAft>
                <a:spcPts val="1600"/>
              </a:spcAft>
            </a:pPr>
            <a:r>
              <a:rPr lang="en-IN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Problem Statement </a:t>
            </a:r>
            <a:endParaRPr sz="3000"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19">
            <a:extLst>
              <a:ext uri="{FF2B5EF4-FFF2-40B4-BE49-F238E27FC236}">
                <a16:creationId xmlns:a16="http://schemas.microsoft.com/office/drawing/2014/main" id="{9C44D0B2-DB38-7FE3-34DA-580F35C2281C}"/>
              </a:ext>
            </a:extLst>
          </p:cNvPr>
          <p:cNvSpPr txBox="1"/>
          <p:nvPr/>
        </p:nvSpPr>
        <p:spPr>
          <a:xfrm>
            <a:off x="-10050" y="738406"/>
            <a:ext cx="9144000" cy="4062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274300" rIns="274300" bIns="274300" anchor="t" anchorCtr="0">
            <a:noAutofit/>
          </a:bodyPr>
          <a:lstStyle/>
          <a:p>
            <a:pPr marL="457200" lvl="0">
              <a:spcAft>
                <a:spcPts val="1600"/>
              </a:spcAft>
            </a:pPr>
            <a:r>
              <a:rPr lang="en-US" sz="1600" dirty="0"/>
              <a:t>5. Check Null Data – Verified no missing values.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>
              <a:spcAft>
                <a:spcPts val="1600"/>
              </a:spcAft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Code : 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df.isnull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().sum()</a:t>
            </a:r>
            <a:endParaRPr sz="16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p19">
            <a:extLst>
              <a:ext uri="{FF2B5EF4-FFF2-40B4-BE49-F238E27FC236}">
                <a16:creationId xmlns:a16="http://schemas.microsoft.com/office/drawing/2014/main" id="{780F908C-5C5D-4ED2-636F-F5EA52EEE6A9}"/>
              </a:ext>
            </a:extLst>
          </p:cNvPr>
          <p:cNvSpPr txBox="1"/>
          <p:nvPr/>
        </p:nvSpPr>
        <p:spPr>
          <a:xfrm>
            <a:off x="-10050" y="4800600"/>
            <a:ext cx="9164100" cy="2706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18288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19">
            <a:extLst>
              <a:ext uri="{FF2B5EF4-FFF2-40B4-BE49-F238E27FC236}">
                <a16:creationId xmlns:a16="http://schemas.microsoft.com/office/drawing/2014/main" id="{CD917E75-D262-2DB1-3848-5E18FDDDA752}"/>
              </a:ext>
            </a:extLst>
          </p:cNvPr>
          <p:cNvSpPr/>
          <p:nvPr/>
        </p:nvSpPr>
        <p:spPr>
          <a:xfrm rot="10800000">
            <a:off x="8637600" y="97750"/>
            <a:ext cx="506400" cy="5664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9">
            <a:extLst>
              <a:ext uri="{FF2B5EF4-FFF2-40B4-BE49-F238E27FC236}">
                <a16:creationId xmlns:a16="http://schemas.microsoft.com/office/drawing/2014/main" id="{2F91685D-6387-D52F-9CED-EA61DA607709}"/>
              </a:ext>
            </a:extLst>
          </p:cNvPr>
          <p:cNvSpPr/>
          <p:nvPr/>
        </p:nvSpPr>
        <p:spPr>
          <a:xfrm>
            <a:off x="0" y="4800600"/>
            <a:ext cx="326400" cy="2706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 descr="A screen shot of a computer&#10;&#10;Description automatically generated">
            <a:extLst>
              <a:ext uri="{FF2B5EF4-FFF2-40B4-BE49-F238E27FC236}">
                <a16:creationId xmlns:a16="http://schemas.microsoft.com/office/drawing/2014/main" id="{AF8CC59E-3FAA-E2D1-B6E9-7FD0C5272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3564" y="773906"/>
            <a:ext cx="2876280" cy="3527110"/>
          </a:xfrm>
          <a:prstGeom prst="rect">
            <a:avLst/>
          </a:prstGeom>
        </p:spPr>
      </p:pic>
      <p:pic>
        <p:nvPicPr>
          <p:cNvPr id="6" name="Picture 5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5AE2EDDB-2BDC-2CC1-973C-863F412338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3564" y="4301016"/>
            <a:ext cx="287628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487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>
          <a:extLst>
            <a:ext uri="{FF2B5EF4-FFF2-40B4-BE49-F238E27FC236}">
              <a16:creationId xmlns:a16="http://schemas.microsoft.com/office/drawing/2014/main" id="{670B388B-5739-42EB-142E-48817319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9">
            <a:extLst>
              <a:ext uri="{FF2B5EF4-FFF2-40B4-BE49-F238E27FC236}">
                <a16:creationId xmlns:a16="http://schemas.microsoft.com/office/drawing/2014/main" id="{A9C2EDDB-D0F7-3ADA-F834-B1F701783CE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-4252"/>
            <a:ext cx="9144000" cy="742658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0000" lvl="0" algn="l">
              <a:lnSpc>
                <a:spcPct val="150000"/>
              </a:lnSpc>
              <a:spcAft>
                <a:spcPts val="1600"/>
              </a:spcAft>
            </a:pPr>
            <a:r>
              <a:rPr lang="en-IN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Problem Statement </a:t>
            </a:r>
            <a:endParaRPr sz="3000"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19">
            <a:extLst>
              <a:ext uri="{FF2B5EF4-FFF2-40B4-BE49-F238E27FC236}">
                <a16:creationId xmlns:a16="http://schemas.microsoft.com/office/drawing/2014/main" id="{EB8B950F-26DA-CC20-2C10-3EAD19129D68}"/>
              </a:ext>
            </a:extLst>
          </p:cNvPr>
          <p:cNvSpPr txBox="1"/>
          <p:nvPr/>
        </p:nvSpPr>
        <p:spPr>
          <a:xfrm>
            <a:off x="-10050" y="738406"/>
            <a:ext cx="9144000" cy="4062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274300" rIns="274300" bIns="274300" anchor="t" anchorCtr="0">
            <a:noAutofit/>
          </a:bodyPr>
          <a:lstStyle/>
          <a:p>
            <a:pPr marL="457200" lvl="0">
              <a:spcAft>
                <a:spcPts val="600"/>
              </a:spcAft>
            </a:pPr>
            <a:r>
              <a:rPr lang="en-US" sz="1600" dirty="0"/>
              <a:t>6. </a:t>
            </a:r>
            <a:r>
              <a:rPr lang="en-US" dirty="0"/>
              <a:t>Checked skewness and tried to reduce it by applying log transformation</a:t>
            </a:r>
            <a:endParaRPr lang="en-US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Code  : </a:t>
            </a:r>
            <a:r>
              <a:rPr lang="en-US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numeric_cols</a:t>
            </a: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</a:t>
            </a:r>
            <a:r>
              <a:rPr lang="en-US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df.select_dtypes</a:t>
            </a: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(include=[</a:t>
            </a:r>
            <a:r>
              <a:rPr lang="en-US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np.number</a:t>
            </a: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]).columns</a:t>
            </a:r>
          </a:p>
          <a:p>
            <a:pPr marL="457200" lvl="0"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# Check </a:t>
            </a:r>
            <a:r>
              <a:rPr lang="en-US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skewnesss</a:t>
            </a:r>
            <a:endParaRPr lang="en-US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skew_values</a:t>
            </a: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</a:t>
            </a:r>
            <a:r>
              <a:rPr lang="en-US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</a:t>
            </a: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</a:t>
            </a:r>
            <a:r>
              <a:rPr lang="en-US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numeric_cols</a:t>
            </a: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].skew()</a:t>
            </a:r>
          </a:p>
          <a:p>
            <a:pPr marL="457200" lvl="0"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print(" Skewness of numerical columns:\n", </a:t>
            </a:r>
            <a:r>
              <a:rPr lang="en-US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skew_values</a:t>
            </a: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</a:p>
          <a:p>
            <a:pPr marL="457200" lvl="0">
              <a:spcBef>
                <a:spcPts val="600"/>
              </a:spcBef>
              <a:spcAft>
                <a:spcPts val="600"/>
              </a:spcAft>
            </a:pPr>
            <a:r>
              <a:rPr lang="en-US" sz="16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applying log transformation:-</a:t>
            </a:r>
          </a:p>
          <a:p>
            <a:pPr marL="457200" lvl="0"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col in </a:t>
            </a:r>
            <a:r>
              <a:rPr lang="en-US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numeric_cols</a:t>
            </a: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   if abs(</a:t>
            </a:r>
            <a:r>
              <a:rPr lang="en-US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skew_values</a:t>
            </a: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[col]) &gt; 0.5:  </a:t>
            </a:r>
          </a:p>
          <a:p>
            <a:pPr marL="457200" lvl="0"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# Only transform skewed columns        </a:t>
            </a:r>
          </a:p>
          <a:p>
            <a:pPr marL="457200" lvl="0"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</a:t>
            </a: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[col] = np.log1p(</a:t>
            </a:r>
            <a:r>
              <a:rPr lang="en-US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</a:t>
            </a: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[col])</a:t>
            </a:r>
            <a:r>
              <a:rPr lang="en-US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new_skew</a:t>
            </a: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</a:t>
            </a:r>
            <a:r>
              <a:rPr lang="en-US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</a:t>
            </a: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</a:t>
            </a:r>
            <a:r>
              <a:rPr lang="en-US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numeric_cols</a:t>
            </a: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].skew()</a:t>
            </a:r>
          </a:p>
          <a:p>
            <a:pPr marL="457200" lvl="0"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print("\n Skewness after transformation:\n", </a:t>
            </a:r>
            <a:r>
              <a:rPr lang="en-US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new_skew</a:t>
            </a: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</a:p>
        </p:txBody>
      </p:sp>
      <p:sp>
        <p:nvSpPr>
          <p:cNvPr id="393" name="Google Shape;393;p19">
            <a:extLst>
              <a:ext uri="{FF2B5EF4-FFF2-40B4-BE49-F238E27FC236}">
                <a16:creationId xmlns:a16="http://schemas.microsoft.com/office/drawing/2014/main" id="{0C31E44F-80E6-43AC-549C-AF4BEA7BF9B3}"/>
              </a:ext>
            </a:extLst>
          </p:cNvPr>
          <p:cNvSpPr txBox="1"/>
          <p:nvPr/>
        </p:nvSpPr>
        <p:spPr>
          <a:xfrm>
            <a:off x="-10050" y="4800600"/>
            <a:ext cx="9164100" cy="2706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18288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19">
            <a:extLst>
              <a:ext uri="{FF2B5EF4-FFF2-40B4-BE49-F238E27FC236}">
                <a16:creationId xmlns:a16="http://schemas.microsoft.com/office/drawing/2014/main" id="{8C6CB6B5-791A-CB30-4521-7B5CEFBE99A7}"/>
              </a:ext>
            </a:extLst>
          </p:cNvPr>
          <p:cNvSpPr/>
          <p:nvPr/>
        </p:nvSpPr>
        <p:spPr>
          <a:xfrm rot="10800000">
            <a:off x="8637600" y="97750"/>
            <a:ext cx="506400" cy="5664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9">
            <a:extLst>
              <a:ext uri="{FF2B5EF4-FFF2-40B4-BE49-F238E27FC236}">
                <a16:creationId xmlns:a16="http://schemas.microsoft.com/office/drawing/2014/main" id="{A5C51C7F-01B8-5972-E1EF-96599000AE1D}"/>
              </a:ext>
            </a:extLst>
          </p:cNvPr>
          <p:cNvSpPr/>
          <p:nvPr/>
        </p:nvSpPr>
        <p:spPr>
          <a:xfrm>
            <a:off x="0" y="4800600"/>
            <a:ext cx="326400" cy="2706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 descr="A computer screen shot of numbers&#10;&#10;Description automatically generated">
            <a:extLst>
              <a:ext uri="{FF2B5EF4-FFF2-40B4-BE49-F238E27FC236}">
                <a16:creationId xmlns:a16="http://schemas.microsoft.com/office/drawing/2014/main" id="{4D589CAD-60D1-DBD0-7A4B-5C883BBAA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485" y="766151"/>
            <a:ext cx="2427607" cy="2021739"/>
          </a:xfrm>
          <a:prstGeom prst="rect">
            <a:avLst/>
          </a:prstGeom>
        </p:spPr>
      </p:pic>
      <p:pic>
        <p:nvPicPr>
          <p:cNvPr id="6" name="Picture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5518F9A7-4B05-B040-B99E-B14C33118E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9485" y="2862146"/>
            <a:ext cx="2427608" cy="186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537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>
          <a:extLst>
            <a:ext uri="{FF2B5EF4-FFF2-40B4-BE49-F238E27FC236}">
              <a16:creationId xmlns:a16="http://schemas.microsoft.com/office/drawing/2014/main" id="{D22C5A2F-9DC2-7BFA-4C4F-EB7E5B917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9">
            <a:extLst>
              <a:ext uri="{FF2B5EF4-FFF2-40B4-BE49-F238E27FC236}">
                <a16:creationId xmlns:a16="http://schemas.microsoft.com/office/drawing/2014/main" id="{C27B46D8-CE7E-3C7C-9459-F4AADE7E80B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-4252"/>
            <a:ext cx="9144000" cy="742658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0000" lvl="0" algn="l">
              <a:lnSpc>
                <a:spcPct val="150000"/>
              </a:lnSpc>
              <a:spcAft>
                <a:spcPts val="1600"/>
              </a:spcAft>
            </a:pPr>
            <a:r>
              <a:rPr lang="en-IN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Problem Statement </a:t>
            </a:r>
            <a:endParaRPr sz="3000"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19">
            <a:extLst>
              <a:ext uri="{FF2B5EF4-FFF2-40B4-BE49-F238E27FC236}">
                <a16:creationId xmlns:a16="http://schemas.microsoft.com/office/drawing/2014/main" id="{5A860501-2ED5-E34B-B3EC-B32B67FD1927}"/>
              </a:ext>
            </a:extLst>
          </p:cNvPr>
          <p:cNvSpPr txBox="1"/>
          <p:nvPr/>
        </p:nvSpPr>
        <p:spPr>
          <a:xfrm>
            <a:off x="-10050" y="753154"/>
            <a:ext cx="9144000" cy="4062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274300" rIns="274300" bIns="274300" anchor="t" anchorCtr="0">
            <a:noAutofit/>
          </a:bodyPr>
          <a:lstStyle/>
          <a:p>
            <a:pPr marL="457200" lvl="0" algn="just">
              <a:spcAft>
                <a:spcPts val="600"/>
              </a:spcAft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7.</a:t>
            </a:r>
            <a:r>
              <a:rPr lang="en-US" sz="1600" dirty="0"/>
              <a:t> Applied Label Encoding to convert each column to numerical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algn="just">
              <a:spcBef>
                <a:spcPts val="1600"/>
              </a:spcBef>
              <a:spcAft>
                <a:spcPts val="600"/>
              </a:spcAft>
            </a:pP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Code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-US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</a:t>
            </a: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</a:t>
            </a:r>
            <a:r>
              <a:rPr lang="en-US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LabelEncoder</a:t>
            </a: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()</a:t>
            </a:r>
          </a:p>
          <a:p>
            <a:pPr marL="457200" lvl="0" algn="just">
              <a:spcBef>
                <a:spcPts val="1600"/>
              </a:spcBef>
              <a:spcAft>
                <a:spcPts val="600"/>
              </a:spcAft>
            </a:pPr>
            <a:r>
              <a:rPr lang="en-US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categorical_cols</a:t>
            </a: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 </a:t>
            </a:r>
            <a:r>
              <a:rPr lang="en-US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df.select_dtypes</a:t>
            </a: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(include=['</a:t>
            </a:r>
            <a:r>
              <a:rPr lang="en-US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object','category</a:t>
            </a: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']).columns</a:t>
            </a:r>
          </a:p>
          <a:p>
            <a:pPr marL="457200" lvl="0" algn="just">
              <a:spcBef>
                <a:spcPts val="1600"/>
              </a:spcBef>
              <a:spcAft>
                <a:spcPts val="600"/>
              </a:spcAft>
            </a:pP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col in </a:t>
            </a:r>
            <a:r>
              <a:rPr lang="en-US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categorical_cols</a:t>
            </a: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</a:p>
          <a:p>
            <a:pPr marL="457200" lvl="0" algn="just">
              <a:spcBef>
                <a:spcPts val="1600"/>
              </a:spcBef>
              <a:spcAft>
                <a:spcPts val="600"/>
              </a:spcAft>
            </a:pPr>
            <a:r>
              <a:rPr lang="en-US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</a:t>
            </a: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[col] = </a:t>
            </a:r>
            <a:r>
              <a:rPr lang="en-US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LE.fit_transform</a:t>
            </a: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lang="en-US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</a:t>
            </a: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[col])</a:t>
            </a:r>
          </a:p>
          <a:p>
            <a:pPr marL="457200" lvl="0" algn="just">
              <a:spcBef>
                <a:spcPts val="1600"/>
              </a:spcBef>
              <a:spcAft>
                <a:spcPts val="600"/>
              </a:spcAft>
            </a:pP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print(</a:t>
            </a:r>
            <a:r>
              <a:rPr lang="en-US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df.head</a:t>
            </a: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())</a:t>
            </a:r>
          </a:p>
        </p:txBody>
      </p:sp>
      <p:sp>
        <p:nvSpPr>
          <p:cNvPr id="393" name="Google Shape;393;p19">
            <a:extLst>
              <a:ext uri="{FF2B5EF4-FFF2-40B4-BE49-F238E27FC236}">
                <a16:creationId xmlns:a16="http://schemas.microsoft.com/office/drawing/2014/main" id="{BC6E3923-5CE9-0778-5AAF-556ACCE243BE}"/>
              </a:ext>
            </a:extLst>
          </p:cNvPr>
          <p:cNvSpPr txBox="1"/>
          <p:nvPr/>
        </p:nvSpPr>
        <p:spPr>
          <a:xfrm>
            <a:off x="-10050" y="4800600"/>
            <a:ext cx="9164100" cy="2706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18288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19">
            <a:extLst>
              <a:ext uri="{FF2B5EF4-FFF2-40B4-BE49-F238E27FC236}">
                <a16:creationId xmlns:a16="http://schemas.microsoft.com/office/drawing/2014/main" id="{617C7D61-6763-36F8-AB66-CEF7C9696986}"/>
              </a:ext>
            </a:extLst>
          </p:cNvPr>
          <p:cNvSpPr/>
          <p:nvPr/>
        </p:nvSpPr>
        <p:spPr>
          <a:xfrm rot="10800000">
            <a:off x="8637600" y="97750"/>
            <a:ext cx="506400" cy="5664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9">
            <a:extLst>
              <a:ext uri="{FF2B5EF4-FFF2-40B4-BE49-F238E27FC236}">
                <a16:creationId xmlns:a16="http://schemas.microsoft.com/office/drawing/2014/main" id="{137C4431-B23E-2A63-6D94-BF12DA99DF97}"/>
              </a:ext>
            </a:extLst>
          </p:cNvPr>
          <p:cNvSpPr/>
          <p:nvPr/>
        </p:nvSpPr>
        <p:spPr>
          <a:xfrm>
            <a:off x="0" y="4800600"/>
            <a:ext cx="326400" cy="2706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ED1C7160-7B83-F1D8-9492-F11927E5E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747" y="738406"/>
            <a:ext cx="2614203" cy="406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7384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>
          <a:extLst>
            <a:ext uri="{FF2B5EF4-FFF2-40B4-BE49-F238E27FC236}">
              <a16:creationId xmlns:a16="http://schemas.microsoft.com/office/drawing/2014/main" id="{FFA76FBD-2028-EB74-B015-10F2A5D50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9">
            <a:extLst>
              <a:ext uri="{FF2B5EF4-FFF2-40B4-BE49-F238E27FC236}">
                <a16:creationId xmlns:a16="http://schemas.microsoft.com/office/drawing/2014/main" id="{39ECBE1C-C888-657C-A568-875B7F65198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-4252"/>
            <a:ext cx="9144000" cy="742658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0000" lvl="0" algn="l">
              <a:lnSpc>
                <a:spcPct val="150000"/>
              </a:lnSpc>
              <a:spcAft>
                <a:spcPts val="1600"/>
              </a:spcAft>
            </a:pPr>
            <a:r>
              <a:rPr lang="en-IN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Problem Statement </a:t>
            </a:r>
            <a:endParaRPr sz="3000"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19">
            <a:extLst>
              <a:ext uri="{FF2B5EF4-FFF2-40B4-BE49-F238E27FC236}">
                <a16:creationId xmlns:a16="http://schemas.microsoft.com/office/drawing/2014/main" id="{81EA6D65-1D75-2B5C-68F1-9CBC651218AB}"/>
              </a:ext>
            </a:extLst>
          </p:cNvPr>
          <p:cNvSpPr txBox="1"/>
          <p:nvPr/>
        </p:nvSpPr>
        <p:spPr>
          <a:xfrm>
            <a:off x="-10050" y="738406"/>
            <a:ext cx="9144000" cy="4062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274300" rIns="274300" bIns="274300" anchor="t" anchorCtr="0">
            <a:noAutofit/>
          </a:bodyPr>
          <a:lstStyle/>
          <a:p>
            <a:pPr marL="457200" lvl="0" algn="just">
              <a:spcAft>
                <a:spcPts val="600"/>
              </a:spcAft>
            </a:pPr>
            <a:r>
              <a:rPr lang="en-US" sz="1600" dirty="0"/>
              <a:t>9.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Split Dataset – Divided data into training(80%) and testing(20%)</a:t>
            </a:r>
          </a:p>
          <a:p>
            <a:pPr marL="457200" lvl="0">
              <a:spcBef>
                <a:spcPts val="4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Code : </a:t>
            </a: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 = </a:t>
            </a:r>
            <a:r>
              <a:rPr lang="en-US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df.drop</a:t>
            </a: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("</a:t>
            </a:r>
            <a:r>
              <a:rPr lang="en-US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is_fraud",axis</a:t>
            </a: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=1)</a:t>
            </a:r>
          </a:p>
          <a:p>
            <a:pPr marL="457200" lvl="0">
              <a:spcBef>
                <a:spcPts val="400"/>
              </a:spcBef>
              <a:spcAft>
                <a:spcPts val="600"/>
              </a:spcAft>
            </a:pP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y = </a:t>
            </a:r>
            <a:r>
              <a:rPr lang="en-US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df.is_fraud</a:t>
            </a:r>
            <a:endParaRPr lang="en-US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>
              <a:spcBef>
                <a:spcPts val="400"/>
              </a:spcBef>
              <a:spcAft>
                <a:spcPts val="600"/>
              </a:spcAft>
            </a:pPr>
            <a:r>
              <a:rPr lang="en-US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x_train,x_test,y_train,y_test</a:t>
            </a: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</a:t>
            </a:r>
            <a:r>
              <a:rPr lang="en-US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train_test_split</a:t>
            </a: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lang="en-US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X,y,test_size</a:t>
            </a: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=0.20,random_state=0)</a:t>
            </a:r>
          </a:p>
        </p:txBody>
      </p:sp>
      <p:sp>
        <p:nvSpPr>
          <p:cNvPr id="393" name="Google Shape;393;p19">
            <a:extLst>
              <a:ext uri="{FF2B5EF4-FFF2-40B4-BE49-F238E27FC236}">
                <a16:creationId xmlns:a16="http://schemas.microsoft.com/office/drawing/2014/main" id="{19467F1A-E9F3-800A-0E99-D059BD87077B}"/>
              </a:ext>
            </a:extLst>
          </p:cNvPr>
          <p:cNvSpPr txBox="1"/>
          <p:nvPr/>
        </p:nvSpPr>
        <p:spPr>
          <a:xfrm>
            <a:off x="-10050" y="4800600"/>
            <a:ext cx="9164100" cy="2706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18288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19">
            <a:extLst>
              <a:ext uri="{FF2B5EF4-FFF2-40B4-BE49-F238E27FC236}">
                <a16:creationId xmlns:a16="http://schemas.microsoft.com/office/drawing/2014/main" id="{656D6D53-FF3A-1917-1129-DC6893C8F2BB}"/>
              </a:ext>
            </a:extLst>
          </p:cNvPr>
          <p:cNvSpPr/>
          <p:nvPr/>
        </p:nvSpPr>
        <p:spPr>
          <a:xfrm rot="10800000">
            <a:off x="8637600" y="97750"/>
            <a:ext cx="506400" cy="5664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9">
            <a:extLst>
              <a:ext uri="{FF2B5EF4-FFF2-40B4-BE49-F238E27FC236}">
                <a16:creationId xmlns:a16="http://schemas.microsoft.com/office/drawing/2014/main" id="{05982A08-E0D3-B864-3562-DA95B4099B59}"/>
              </a:ext>
            </a:extLst>
          </p:cNvPr>
          <p:cNvSpPr/>
          <p:nvPr/>
        </p:nvSpPr>
        <p:spPr>
          <a:xfrm>
            <a:off x="0" y="4800600"/>
            <a:ext cx="326400" cy="2706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 descr="A screen shot of a computer&#10;&#10;Description automatically generated">
            <a:extLst>
              <a:ext uri="{FF2B5EF4-FFF2-40B4-BE49-F238E27FC236}">
                <a16:creationId xmlns:a16="http://schemas.microsoft.com/office/drawing/2014/main" id="{9455AE81-B1F7-A7D7-EE77-AA756DEB6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23" y="2504842"/>
            <a:ext cx="8087854" cy="107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143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>
          <a:extLst>
            <a:ext uri="{FF2B5EF4-FFF2-40B4-BE49-F238E27FC236}">
              <a16:creationId xmlns:a16="http://schemas.microsoft.com/office/drawing/2014/main" id="{CB6A295E-AAD9-D1A8-1775-A89D89499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9">
            <a:extLst>
              <a:ext uri="{FF2B5EF4-FFF2-40B4-BE49-F238E27FC236}">
                <a16:creationId xmlns:a16="http://schemas.microsoft.com/office/drawing/2014/main" id="{2AC4226F-5590-BDAD-8B96-6F841C1E24E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-4252"/>
            <a:ext cx="9144000" cy="742658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0000" lvl="0" algn="l">
              <a:lnSpc>
                <a:spcPct val="150000"/>
              </a:lnSpc>
              <a:spcAft>
                <a:spcPts val="1600"/>
              </a:spcAft>
            </a:pPr>
            <a:r>
              <a:rPr lang="en-IN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Problem Statement </a:t>
            </a:r>
            <a:endParaRPr sz="3000"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19">
            <a:extLst>
              <a:ext uri="{FF2B5EF4-FFF2-40B4-BE49-F238E27FC236}">
                <a16:creationId xmlns:a16="http://schemas.microsoft.com/office/drawing/2014/main" id="{0EE4BA03-D031-3A1F-00C0-9990928457F4}"/>
              </a:ext>
            </a:extLst>
          </p:cNvPr>
          <p:cNvSpPr txBox="1"/>
          <p:nvPr/>
        </p:nvSpPr>
        <p:spPr>
          <a:xfrm>
            <a:off x="-10050" y="738406"/>
            <a:ext cx="9144000" cy="4062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274300" rIns="274300" bIns="274300" anchor="t" anchorCtr="0">
            <a:noAutofit/>
          </a:bodyPr>
          <a:lstStyle/>
          <a:p>
            <a:pPr marL="457200" lvl="0" algn="just">
              <a:spcAft>
                <a:spcPts val="1200"/>
              </a:spcAft>
            </a:pPr>
            <a:r>
              <a:rPr lang="en-US" sz="1600" dirty="0"/>
              <a:t>10. </a:t>
            </a:r>
            <a:r>
              <a:rPr lang="en-US" dirty="0"/>
              <a:t>Train Models – Applied Logistic </a:t>
            </a:r>
            <a:r>
              <a:rPr lang="en-US" dirty="0" err="1"/>
              <a:t>Regression,Decision</a:t>
            </a:r>
            <a:r>
              <a:rPr lang="en-US" dirty="0"/>
              <a:t> </a:t>
            </a:r>
            <a:r>
              <a:rPr lang="en-US" dirty="0" err="1"/>
              <a:t>Tree,KNN</a:t>
            </a:r>
            <a:r>
              <a:rPr lang="en-US" dirty="0"/>
              <a:t> and Random Forest</a:t>
            </a:r>
            <a:endParaRPr lang="en-US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>
              <a:spcAft>
                <a:spcPts val="1200"/>
              </a:spcAft>
            </a:pP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Code:Logistic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Regression                                                          KNN</a:t>
            </a:r>
          </a:p>
          <a:p>
            <a:pPr marL="457200" lvl="0">
              <a:spcAft>
                <a:spcPts val="600"/>
              </a:spcAft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lang="en-US" sz="16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p19">
            <a:extLst>
              <a:ext uri="{FF2B5EF4-FFF2-40B4-BE49-F238E27FC236}">
                <a16:creationId xmlns:a16="http://schemas.microsoft.com/office/drawing/2014/main" id="{5F5D6E5E-520B-222F-037A-EE8CB40F7237}"/>
              </a:ext>
            </a:extLst>
          </p:cNvPr>
          <p:cNvSpPr txBox="1"/>
          <p:nvPr/>
        </p:nvSpPr>
        <p:spPr>
          <a:xfrm>
            <a:off x="-10050" y="4800600"/>
            <a:ext cx="9164100" cy="2706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18288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19">
            <a:extLst>
              <a:ext uri="{FF2B5EF4-FFF2-40B4-BE49-F238E27FC236}">
                <a16:creationId xmlns:a16="http://schemas.microsoft.com/office/drawing/2014/main" id="{858625B8-044E-3532-1D36-B08046B4A864}"/>
              </a:ext>
            </a:extLst>
          </p:cNvPr>
          <p:cNvSpPr/>
          <p:nvPr/>
        </p:nvSpPr>
        <p:spPr>
          <a:xfrm rot="10800000">
            <a:off x="8637600" y="97750"/>
            <a:ext cx="506400" cy="5664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9">
            <a:extLst>
              <a:ext uri="{FF2B5EF4-FFF2-40B4-BE49-F238E27FC236}">
                <a16:creationId xmlns:a16="http://schemas.microsoft.com/office/drawing/2014/main" id="{F0E42831-99C1-B040-4CF3-10CEB9F50788}"/>
              </a:ext>
            </a:extLst>
          </p:cNvPr>
          <p:cNvSpPr/>
          <p:nvPr/>
        </p:nvSpPr>
        <p:spPr>
          <a:xfrm>
            <a:off x="0" y="4800600"/>
            <a:ext cx="326400" cy="2706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" name="Picture 5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43636E16-8116-6FFA-5494-60B46C02D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1" y="1760032"/>
            <a:ext cx="4313304" cy="2930914"/>
          </a:xfrm>
          <a:prstGeom prst="rect">
            <a:avLst/>
          </a:prstGeom>
        </p:spPr>
      </p:pic>
      <p:pic>
        <p:nvPicPr>
          <p:cNvPr id="8" name="Picture 7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D50A75B9-2C50-9197-5642-6CFA1B04CC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2036" y="1760032"/>
            <a:ext cx="4597623" cy="293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485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>
          <a:extLst>
            <a:ext uri="{FF2B5EF4-FFF2-40B4-BE49-F238E27FC236}">
              <a16:creationId xmlns:a16="http://schemas.microsoft.com/office/drawing/2014/main" id="{247C794B-C061-07B2-786C-AF3AD628D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9">
            <a:extLst>
              <a:ext uri="{FF2B5EF4-FFF2-40B4-BE49-F238E27FC236}">
                <a16:creationId xmlns:a16="http://schemas.microsoft.com/office/drawing/2014/main" id="{1C96687C-5578-795B-8AE2-CC447A0D598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-10050" y="-78508"/>
            <a:ext cx="9144000" cy="742658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0000" lvl="0" algn="l">
              <a:lnSpc>
                <a:spcPct val="150000"/>
              </a:lnSpc>
              <a:spcAft>
                <a:spcPts val="1600"/>
              </a:spcAft>
            </a:pPr>
            <a:r>
              <a:rPr lang="en-IN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Problem Statement </a:t>
            </a:r>
            <a:endParaRPr sz="3000"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19">
            <a:extLst>
              <a:ext uri="{FF2B5EF4-FFF2-40B4-BE49-F238E27FC236}">
                <a16:creationId xmlns:a16="http://schemas.microsoft.com/office/drawing/2014/main" id="{6D3C6940-3D16-3E2C-6BD7-9F326A20FA27}"/>
              </a:ext>
            </a:extLst>
          </p:cNvPr>
          <p:cNvSpPr txBox="1"/>
          <p:nvPr/>
        </p:nvSpPr>
        <p:spPr>
          <a:xfrm>
            <a:off x="-10050" y="738406"/>
            <a:ext cx="9144000" cy="4062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274300" rIns="274300" bIns="274300" anchor="t" anchorCtr="0">
            <a:noAutofit/>
          </a:bodyPr>
          <a:lstStyle/>
          <a:p>
            <a:pPr marL="457200" lvl="0" algn="just">
              <a:spcAft>
                <a:spcPts val="1200"/>
              </a:spcAft>
            </a:pPr>
            <a:r>
              <a:rPr lang="en-US" sz="1600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10. Checked which model shows high accuracy</a:t>
            </a:r>
          </a:p>
          <a:p>
            <a:pPr marL="432000" lvl="0" algn="just">
              <a:spcBef>
                <a:spcPts val="4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Code </a:t>
            </a:r>
            <a:r>
              <a:rPr lang="en-US" sz="16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Decision Tree                                                                                 Random Forest</a:t>
            </a:r>
          </a:p>
        </p:txBody>
      </p:sp>
      <p:sp>
        <p:nvSpPr>
          <p:cNvPr id="393" name="Google Shape;393;p19">
            <a:extLst>
              <a:ext uri="{FF2B5EF4-FFF2-40B4-BE49-F238E27FC236}">
                <a16:creationId xmlns:a16="http://schemas.microsoft.com/office/drawing/2014/main" id="{7C0A028E-1EE9-EF36-D0FE-213B3704C19C}"/>
              </a:ext>
            </a:extLst>
          </p:cNvPr>
          <p:cNvSpPr txBox="1"/>
          <p:nvPr/>
        </p:nvSpPr>
        <p:spPr>
          <a:xfrm>
            <a:off x="-10050" y="4800600"/>
            <a:ext cx="9164100" cy="2706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18288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</a:t>
            </a:r>
            <a:r>
              <a:rPr lang="en-GB" sz="12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Fireblaze</a:t>
            </a:r>
            <a:r>
              <a:rPr lang="en-GB" sz="12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Technologies </a:t>
            </a:r>
            <a:r>
              <a:rPr lang="en-GB" sz="12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Pvt.</a:t>
            </a:r>
            <a:r>
              <a:rPr lang="en-GB" sz="12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Ltd.</a:t>
            </a:r>
            <a:endParaRPr sz="12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19">
            <a:extLst>
              <a:ext uri="{FF2B5EF4-FFF2-40B4-BE49-F238E27FC236}">
                <a16:creationId xmlns:a16="http://schemas.microsoft.com/office/drawing/2014/main" id="{E532C48F-1D38-6727-E265-D1AF8200F702}"/>
              </a:ext>
            </a:extLst>
          </p:cNvPr>
          <p:cNvSpPr/>
          <p:nvPr/>
        </p:nvSpPr>
        <p:spPr>
          <a:xfrm rot="10800000">
            <a:off x="8637600" y="97750"/>
            <a:ext cx="506400" cy="5664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9">
            <a:extLst>
              <a:ext uri="{FF2B5EF4-FFF2-40B4-BE49-F238E27FC236}">
                <a16:creationId xmlns:a16="http://schemas.microsoft.com/office/drawing/2014/main" id="{B405B3B5-C6BB-489F-A4BB-87592B85334B}"/>
              </a:ext>
            </a:extLst>
          </p:cNvPr>
          <p:cNvSpPr/>
          <p:nvPr/>
        </p:nvSpPr>
        <p:spPr>
          <a:xfrm>
            <a:off x="0" y="4800600"/>
            <a:ext cx="326400" cy="2706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520CB90E-7A86-CBF1-288D-2CCF10C7E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003" y="1725561"/>
            <a:ext cx="3728667" cy="3075039"/>
          </a:xfrm>
          <a:prstGeom prst="rect">
            <a:avLst/>
          </a:prstGeom>
        </p:spPr>
      </p:pic>
      <p:pic>
        <p:nvPicPr>
          <p:cNvPr id="6" name="Picture 5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30C3B02F-DCAA-0AB5-31A6-9DB5C4242E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2133" y="1725561"/>
            <a:ext cx="3728667" cy="307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887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>
          <a:extLst>
            <a:ext uri="{FF2B5EF4-FFF2-40B4-BE49-F238E27FC236}">
              <a16:creationId xmlns:a16="http://schemas.microsoft.com/office/drawing/2014/main" id="{EFB96BDA-03D7-ACD2-9F00-4945F13F1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9">
            <a:extLst>
              <a:ext uri="{FF2B5EF4-FFF2-40B4-BE49-F238E27FC236}">
                <a16:creationId xmlns:a16="http://schemas.microsoft.com/office/drawing/2014/main" id="{1E6927AB-D0DB-2CDD-574D-65C1A1C071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-4252"/>
            <a:ext cx="9144000" cy="742658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0000" lvl="0" algn="l">
              <a:lnSpc>
                <a:spcPct val="150000"/>
              </a:lnSpc>
              <a:spcAft>
                <a:spcPts val="1600"/>
              </a:spcAft>
            </a:pPr>
            <a:r>
              <a:rPr lang="en-IN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Problem Statement </a:t>
            </a:r>
            <a:endParaRPr sz="3000"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19">
            <a:extLst>
              <a:ext uri="{FF2B5EF4-FFF2-40B4-BE49-F238E27FC236}">
                <a16:creationId xmlns:a16="http://schemas.microsoft.com/office/drawing/2014/main" id="{C1F49B95-C601-BFE4-ECA5-8B7519BCAD90}"/>
              </a:ext>
            </a:extLst>
          </p:cNvPr>
          <p:cNvSpPr txBox="1"/>
          <p:nvPr/>
        </p:nvSpPr>
        <p:spPr>
          <a:xfrm>
            <a:off x="10050" y="766151"/>
            <a:ext cx="9144000" cy="4062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274300" rIns="274300" bIns="274300" anchor="t" anchorCtr="0">
            <a:noAutofit/>
          </a:bodyPr>
          <a:lstStyle/>
          <a:p>
            <a:pPr marL="457200" lvl="0" algn="just">
              <a:spcAft>
                <a:spcPts val="1200"/>
              </a:spcAft>
            </a:pPr>
            <a:r>
              <a:rPr lang="en-US" sz="1600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11. Checked cross-</a:t>
            </a:r>
            <a:r>
              <a:rPr lang="en-US" sz="1600" dirty="0" err="1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val</a:t>
            </a:r>
            <a:r>
              <a:rPr lang="en-US" sz="1600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 score </a:t>
            </a:r>
          </a:p>
          <a:p>
            <a:pPr marL="432000" lvl="0" algn="just">
              <a:spcAft>
                <a:spcPts val="400"/>
              </a:spcAft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Code:</a:t>
            </a:r>
          </a:p>
          <a:p>
            <a:pPr marL="432000" lvl="0" algn="just">
              <a:spcAft>
                <a:spcPts val="400"/>
              </a:spcAft>
            </a:pP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p19">
            <a:extLst>
              <a:ext uri="{FF2B5EF4-FFF2-40B4-BE49-F238E27FC236}">
                <a16:creationId xmlns:a16="http://schemas.microsoft.com/office/drawing/2014/main" id="{CC122154-5F95-C4CF-6CF2-93EF7F5DAEB8}"/>
              </a:ext>
            </a:extLst>
          </p:cNvPr>
          <p:cNvSpPr txBox="1"/>
          <p:nvPr/>
        </p:nvSpPr>
        <p:spPr>
          <a:xfrm>
            <a:off x="-10050" y="4930346"/>
            <a:ext cx="9164100" cy="140854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18288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19">
            <a:extLst>
              <a:ext uri="{FF2B5EF4-FFF2-40B4-BE49-F238E27FC236}">
                <a16:creationId xmlns:a16="http://schemas.microsoft.com/office/drawing/2014/main" id="{C476A4BB-B268-3DBB-81CD-E790D2AA8C0E}"/>
              </a:ext>
            </a:extLst>
          </p:cNvPr>
          <p:cNvSpPr/>
          <p:nvPr/>
        </p:nvSpPr>
        <p:spPr>
          <a:xfrm rot="10800000">
            <a:off x="8637600" y="97750"/>
            <a:ext cx="506400" cy="5664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9">
            <a:extLst>
              <a:ext uri="{FF2B5EF4-FFF2-40B4-BE49-F238E27FC236}">
                <a16:creationId xmlns:a16="http://schemas.microsoft.com/office/drawing/2014/main" id="{E9F28155-3280-C2F9-C5C2-ADB36C21EF32}"/>
              </a:ext>
            </a:extLst>
          </p:cNvPr>
          <p:cNvSpPr/>
          <p:nvPr/>
        </p:nvSpPr>
        <p:spPr>
          <a:xfrm>
            <a:off x="0" y="4800600"/>
            <a:ext cx="326400" cy="2706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Picture 11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0AA62FFA-7DBC-7C00-03BC-CBE9BE270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86" y="1710813"/>
            <a:ext cx="9005913" cy="308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9101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>
          <a:extLst>
            <a:ext uri="{FF2B5EF4-FFF2-40B4-BE49-F238E27FC236}">
              <a16:creationId xmlns:a16="http://schemas.microsoft.com/office/drawing/2014/main" id="{E5DD7F7E-4009-2BD7-9534-6116926A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9">
            <a:extLst>
              <a:ext uri="{FF2B5EF4-FFF2-40B4-BE49-F238E27FC236}">
                <a16:creationId xmlns:a16="http://schemas.microsoft.com/office/drawing/2014/main" id="{9BA3AA1A-2873-4D9B-9C79-051AB3D4D7B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-4252"/>
            <a:ext cx="9144000" cy="742658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0000" lvl="0" algn="l">
              <a:lnSpc>
                <a:spcPct val="150000"/>
              </a:lnSpc>
              <a:spcAft>
                <a:spcPts val="1600"/>
              </a:spcAft>
            </a:pPr>
            <a:r>
              <a:rPr lang="en-IN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Challenges Faced </a:t>
            </a:r>
            <a:endParaRPr sz="3000"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19">
            <a:extLst>
              <a:ext uri="{FF2B5EF4-FFF2-40B4-BE49-F238E27FC236}">
                <a16:creationId xmlns:a16="http://schemas.microsoft.com/office/drawing/2014/main" id="{4A1E2096-2091-5B6E-50BF-50D366DC752E}"/>
              </a:ext>
            </a:extLst>
          </p:cNvPr>
          <p:cNvSpPr txBox="1"/>
          <p:nvPr/>
        </p:nvSpPr>
        <p:spPr>
          <a:xfrm>
            <a:off x="-10050" y="738406"/>
            <a:ext cx="9144000" cy="4062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274300" rIns="274300" bIns="274300" anchor="t" anchorCtr="0">
            <a:noAutofit/>
          </a:bodyPr>
          <a:lstStyle/>
          <a:p>
            <a:pPr marL="742950" lvl="0" indent="-28575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Presence of </a:t>
            </a:r>
            <a:r>
              <a:rPr lang="en-US" sz="1600" b="1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missing values </a:t>
            </a:r>
            <a:r>
              <a:rPr lang="en-US" sz="1600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in critical columns like side-effect severity and lifestyle factors.</a:t>
            </a:r>
          </a:p>
          <a:p>
            <a:pPr marL="742950" lvl="0" indent="-28575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Imbalanced classes </a:t>
            </a:r>
            <a:r>
              <a:rPr lang="en-US" sz="1600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in disease types and side-effect severity levels.</a:t>
            </a:r>
          </a:p>
          <a:p>
            <a:pPr marL="742950" lvl="0" indent="-28575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Mixed data types</a:t>
            </a:r>
            <a:r>
              <a:rPr lang="en-US" sz="1600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(</a:t>
            </a:r>
            <a:r>
              <a:rPr lang="en-US" sz="1600" dirty="0" err="1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numeric,categorical,binary</a:t>
            </a:r>
            <a:r>
              <a:rPr lang="en-US" sz="1600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) requiring different preprocessing methods.</a:t>
            </a:r>
          </a:p>
          <a:p>
            <a:pPr marL="742950" lvl="0" indent="-28575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Difficulty in </a:t>
            </a:r>
            <a:r>
              <a:rPr lang="en-US" sz="1600" b="1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capturing casual relationships </a:t>
            </a:r>
            <a:r>
              <a:rPr lang="en-US" sz="1600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between drug dosage and side effects.</a:t>
            </a:r>
          </a:p>
          <a:p>
            <a:pPr marL="742950" lvl="0" indent="-28575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Regional imbalance </a:t>
            </a:r>
            <a:r>
              <a:rPr lang="en-US" sz="1600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in hospital availability and patient records.</a:t>
            </a:r>
          </a:p>
        </p:txBody>
      </p:sp>
      <p:sp>
        <p:nvSpPr>
          <p:cNvPr id="393" name="Google Shape;393;p19">
            <a:extLst>
              <a:ext uri="{FF2B5EF4-FFF2-40B4-BE49-F238E27FC236}">
                <a16:creationId xmlns:a16="http://schemas.microsoft.com/office/drawing/2014/main" id="{C844E998-0AF0-998F-7F33-C580284E251C}"/>
              </a:ext>
            </a:extLst>
          </p:cNvPr>
          <p:cNvSpPr txBox="1"/>
          <p:nvPr/>
        </p:nvSpPr>
        <p:spPr>
          <a:xfrm>
            <a:off x="-10050" y="4800600"/>
            <a:ext cx="9164100" cy="2706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18288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19">
            <a:extLst>
              <a:ext uri="{FF2B5EF4-FFF2-40B4-BE49-F238E27FC236}">
                <a16:creationId xmlns:a16="http://schemas.microsoft.com/office/drawing/2014/main" id="{1B7C6763-D4F4-8F0D-2ECF-A6A0345E7C24}"/>
              </a:ext>
            </a:extLst>
          </p:cNvPr>
          <p:cNvSpPr/>
          <p:nvPr/>
        </p:nvSpPr>
        <p:spPr>
          <a:xfrm rot="10800000">
            <a:off x="8637600" y="97750"/>
            <a:ext cx="506400" cy="5664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9">
            <a:extLst>
              <a:ext uri="{FF2B5EF4-FFF2-40B4-BE49-F238E27FC236}">
                <a16:creationId xmlns:a16="http://schemas.microsoft.com/office/drawing/2014/main" id="{52315CD2-DC6D-0421-38BA-43247CCA7873}"/>
              </a:ext>
            </a:extLst>
          </p:cNvPr>
          <p:cNvSpPr/>
          <p:nvPr/>
        </p:nvSpPr>
        <p:spPr>
          <a:xfrm>
            <a:off x="0" y="4800600"/>
            <a:ext cx="326400" cy="2706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70760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>
          <a:extLst>
            <a:ext uri="{FF2B5EF4-FFF2-40B4-BE49-F238E27FC236}">
              <a16:creationId xmlns:a16="http://schemas.microsoft.com/office/drawing/2014/main" id="{478D911F-C453-F4E4-789D-EF00F8820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9">
            <a:extLst>
              <a:ext uri="{FF2B5EF4-FFF2-40B4-BE49-F238E27FC236}">
                <a16:creationId xmlns:a16="http://schemas.microsoft.com/office/drawing/2014/main" id="{7F799E5B-F88F-E36C-04D1-EF2414E73C9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-4252"/>
            <a:ext cx="9144000" cy="742658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0000" lvl="0" algn="l">
              <a:lnSpc>
                <a:spcPct val="150000"/>
              </a:lnSpc>
              <a:spcAft>
                <a:spcPts val="1600"/>
              </a:spcAft>
            </a:pPr>
            <a:r>
              <a:rPr lang="en-IN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  </a:t>
            </a:r>
            <a:endParaRPr sz="3000"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19">
            <a:extLst>
              <a:ext uri="{FF2B5EF4-FFF2-40B4-BE49-F238E27FC236}">
                <a16:creationId xmlns:a16="http://schemas.microsoft.com/office/drawing/2014/main" id="{FF07CB34-1F2B-3297-4EF7-2395EDE043AF}"/>
              </a:ext>
            </a:extLst>
          </p:cNvPr>
          <p:cNvSpPr txBox="1"/>
          <p:nvPr/>
        </p:nvSpPr>
        <p:spPr>
          <a:xfrm>
            <a:off x="0" y="738406"/>
            <a:ext cx="9144000" cy="4062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274300" rIns="274300" bIns="274300" anchor="ctr" anchorCtr="0">
            <a:noAutofit/>
          </a:bodyPr>
          <a:lstStyle/>
          <a:p>
            <a:pPr marL="457200">
              <a:spcBef>
                <a:spcPts val="1600"/>
              </a:spcBef>
              <a:spcAft>
                <a:spcPts val="1200"/>
              </a:spcAft>
            </a:pPr>
            <a:r>
              <a:rPr lang="en-US" sz="5400" dirty="0">
                <a:solidFill>
                  <a:srgbClr val="FF6A0E"/>
                </a:solidFill>
              </a:rPr>
              <a:t>		</a:t>
            </a:r>
            <a:r>
              <a:rPr lang="en-US" sz="6000" b="1" dirty="0">
                <a:solidFill>
                  <a:srgbClr val="FF6A0E"/>
                </a:solidFill>
              </a:rPr>
              <a:t>Thank you </a:t>
            </a:r>
            <a:endParaRPr lang="en-IN" sz="6000" b="1" dirty="0">
              <a:solidFill>
                <a:srgbClr val="FF6A0E"/>
              </a:solidFill>
            </a:endParaRPr>
          </a:p>
          <a:p>
            <a:pPr marL="457200" lvl="0" algn="just">
              <a:spcBef>
                <a:spcPts val="1600"/>
              </a:spcBef>
              <a:spcAft>
                <a:spcPts val="1200"/>
              </a:spcAft>
            </a:pPr>
            <a:endParaRPr lang="en-US" sz="16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p19">
            <a:extLst>
              <a:ext uri="{FF2B5EF4-FFF2-40B4-BE49-F238E27FC236}">
                <a16:creationId xmlns:a16="http://schemas.microsoft.com/office/drawing/2014/main" id="{E552159D-0E56-C437-3074-CC5AFCCA42EC}"/>
              </a:ext>
            </a:extLst>
          </p:cNvPr>
          <p:cNvSpPr txBox="1"/>
          <p:nvPr/>
        </p:nvSpPr>
        <p:spPr>
          <a:xfrm>
            <a:off x="-10050" y="4800600"/>
            <a:ext cx="9164100" cy="2706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18288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19">
            <a:extLst>
              <a:ext uri="{FF2B5EF4-FFF2-40B4-BE49-F238E27FC236}">
                <a16:creationId xmlns:a16="http://schemas.microsoft.com/office/drawing/2014/main" id="{DB23BEE4-9CE7-6935-C30B-62E31963210F}"/>
              </a:ext>
            </a:extLst>
          </p:cNvPr>
          <p:cNvSpPr/>
          <p:nvPr/>
        </p:nvSpPr>
        <p:spPr>
          <a:xfrm rot="10800000">
            <a:off x="8637600" y="97750"/>
            <a:ext cx="506400" cy="5664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9">
            <a:extLst>
              <a:ext uri="{FF2B5EF4-FFF2-40B4-BE49-F238E27FC236}">
                <a16:creationId xmlns:a16="http://schemas.microsoft.com/office/drawing/2014/main" id="{842548D8-B095-7EA8-064A-C9A498988A06}"/>
              </a:ext>
            </a:extLst>
          </p:cNvPr>
          <p:cNvSpPr/>
          <p:nvPr/>
        </p:nvSpPr>
        <p:spPr>
          <a:xfrm>
            <a:off x="0" y="4800600"/>
            <a:ext cx="326400" cy="2706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375364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3495</TotalTime>
  <Words>1688</Words>
  <Application>Microsoft Office PowerPoint</Application>
  <PresentationFormat>On-screen Show (16:9)</PresentationFormat>
  <Paragraphs>149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Calibri</vt:lpstr>
      <vt:lpstr>Roboto</vt:lpstr>
      <vt:lpstr>Wingdings</vt:lpstr>
      <vt:lpstr>Arial</vt:lpstr>
      <vt:lpstr>Simple Light</vt:lpstr>
      <vt:lpstr>PowerPoint Presentation</vt:lpstr>
      <vt:lpstr>Introduction </vt:lpstr>
      <vt:lpstr>Dataset Description  </vt:lpstr>
      <vt:lpstr>Dataset Description  </vt:lpstr>
      <vt:lpstr>Dataset Description  </vt:lpstr>
      <vt:lpstr>Dataset Description  </vt:lpstr>
      <vt:lpstr>Problem Statement </vt:lpstr>
      <vt:lpstr>Problem Statement </vt:lpstr>
      <vt:lpstr>Problem Statement </vt:lpstr>
      <vt:lpstr>Problem Statement </vt:lpstr>
      <vt:lpstr>Problem Statement </vt:lpstr>
      <vt:lpstr>Problem Statement </vt:lpstr>
      <vt:lpstr>Problem Statement </vt:lpstr>
      <vt:lpstr>Problem Statement </vt:lpstr>
      <vt:lpstr>Problem Statement </vt:lpstr>
      <vt:lpstr>Problem Statement </vt:lpstr>
      <vt:lpstr>Problem Statement </vt:lpstr>
      <vt:lpstr>Problem Statement </vt:lpstr>
      <vt:lpstr>Challenges Faced </vt:lpstr>
      <vt:lpstr>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fireb</dc:creator>
  <cp:lastModifiedBy>Tanmay Mangrulkar</cp:lastModifiedBy>
  <cp:revision>26</cp:revision>
  <dcterms:modified xsi:type="dcterms:W3CDTF">2026-03-07T05:10:35Z</dcterms:modified>
</cp:coreProperties>
</file>